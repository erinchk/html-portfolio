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" charset="1" panose="00000500000000000000"/>
      <p:regular r:id="rId25"/>
    </p:embeddedFont>
    <p:embeddedFont>
      <p:font typeface="Codec Pro ExtraBold" charset="1" panose="00000700000000000000"/>
      <p:regular r:id="rId26"/>
    </p:embeddedFont>
    <p:embeddedFont>
      <p:font typeface="Montserrat Light" charset="1" panose="00000400000000000000"/>
      <p:regular r:id="rId27"/>
    </p:embeddedFont>
    <p:embeddedFont>
      <p:font typeface="Montserrat Light Bold" charset="1" panose="00000800000000000000"/>
      <p:regular r:id="rId28"/>
    </p:embeddedFont>
    <p:embeddedFont>
      <p:font typeface="Open Sauce Bold" charset="1" panose="00000800000000000000"/>
      <p:regular r:id="rId29"/>
    </p:embeddedFont>
    <p:embeddedFont>
      <p:font typeface="Open Sauce Italic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jpeg" Type="http://schemas.openxmlformats.org/officeDocument/2006/relationships/image"/><Relationship Id="rId11" Target="../media/image20.jpeg" Type="http://schemas.openxmlformats.org/officeDocument/2006/relationships/image"/><Relationship Id="rId2" Target="../media/image12.pn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6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6.png" Type="http://schemas.openxmlformats.org/officeDocument/2006/relationships/image"/><Relationship Id="rId6" Target="../media/image27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jpeg" Type="http://schemas.openxmlformats.org/officeDocument/2006/relationships/image"/><Relationship Id="rId8" Target="../media/image3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2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7836" y="-76830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4794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84715" y="9009597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777871" y="-207071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16716" y="2922208"/>
            <a:ext cx="4442584" cy="4442584"/>
          </a:xfrm>
          <a:custGeom>
            <a:avLst/>
            <a:gdLst/>
            <a:ahLst/>
            <a:cxnLst/>
            <a:rect r="r" b="b" t="t" l="l"/>
            <a:pathLst>
              <a:path h="4442584" w="4442584">
                <a:moveTo>
                  <a:pt x="0" y="0"/>
                </a:moveTo>
                <a:lnTo>
                  <a:pt x="4442584" y="0"/>
                </a:lnTo>
                <a:lnTo>
                  <a:pt x="4442584" y="4442584"/>
                </a:lnTo>
                <a:lnTo>
                  <a:pt x="0" y="4442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7" t="-6764" r="-7128" b="-1090"/>
            </a:stretch>
          </a:blipFill>
          <a:ln w="47625" cap="sq">
            <a:solidFill>
              <a:srgbClr val="F5FFF5"/>
            </a:solidFill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752928" y="9645185"/>
            <a:ext cx="8825117" cy="4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sz="2389" spc="119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By group 91M (Jennifer, Giann, Brian, Winona)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1783" y="4736921"/>
            <a:ext cx="10756200" cy="17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9"/>
              </a:lnSpc>
            </a:pPr>
            <a:r>
              <a:rPr lang="en-US" sz="12406">
                <a:solidFill>
                  <a:srgbClr val="1C5739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FOODBUDDY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38010" y="3207144"/>
            <a:ext cx="8276802" cy="1131114"/>
            <a:chOff x="0" y="0"/>
            <a:chExt cx="11035735" cy="150815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553224" y="614354"/>
              <a:ext cx="10482511" cy="893798"/>
              <a:chOff x="0" y="0"/>
              <a:chExt cx="1876521" cy="16000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76521" cy="160003"/>
              </a:xfrm>
              <a:custGeom>
                <a:avLst/>
                <a:gdLst/>
                <a:ahLst/>
                <a:cxnLst/>
                <a:rect r="r" b="b" t="t" l="l"/>
                <a:pathLst>
                  <a:path h="160003" w="1876521">
                    <a:moveTo>
                      <a:pt x="17725" y="0"/>
                    </a:moveTo>
                    <a:lnTo>
                      <a:pt x="1858796" y="0"/>
                    </a:lnTo>
                    <a:cubicBezTo>
                      <a:pt x="1863497" y="0"/>
                      <a:pt x="1868006" y="1867"/>
                      <a:pt x="1871330" y="5192"/>
                    </a:cubicBezTo>
                    <a:cubicBezTo>
                      <a:pt x="1874654" y="8516"/>
                      <a:pt x="1876521" y="13024"/>
                      <a:pt x="1876521" y="17725"/>
                    </a:cubicBezTo>
                    <a:lnTo>
                      <a:pt x="1876521" y="142277"/>
                    </a:lnTo>
                    <a:cubicBezTo>
                      <a:pt x="1876521" y="146978"/>
                      <a:pt x="1874654" y="151487"/>
                      <a:pt x="1871330" y="154811"/>
                    </a:cubicBezTo>
                    <a:cubicBezTo>
                      <a:pt x="1868006" y="158135"/>
                      <a:pt x="1863497" y="160003"/>
                      <a:pt x="1858796" y="160003"/>
                    </a:cubicBezTo>
                    <a:lnTo>
                      <a:pt x="17725" y="160003"/>
                    </a:lnTo>
                    <a:cubicBezTo>
                      <a:pt x="13024" y="160003"/>
                      <a:pt x="8516" y="158135"/>
                      <a:pt x="5192" y="154811"/>
                    </a:cubicBezTo>
                    <a:cubicBezTo>
                      <a:pt x="1867" y="151487"/>
                      <a:pt x="0" y="146978"/>
                      <a:pt x="0" y="142277"/>
                    </a:cubicBezTo>
                    <a:lnTo>
                      <a:pt x="0" y="17725"/>
                    </a:lnTo>
                    <a:cubicBezTo>
                      <a:pt x="0" y="13024"/>
                      <a:pt x="1867" y="8516"/>
                      <a:pt x="5192" y="5192"/>
                    </a:cubicBezTo>
                    <a:cubicBezTo>
                      <a:pt x="8516" y="1867"/>
                      <a:pt x="13024" y="0"/>
                      <a:pt x="17725" y="0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1876521" cy="179053"/>
              </a:xfrm>
              <a:prstGeom prst="rect">
                <a:avLst/>
              </a:prstGeom>
            </p:spPr>
            <p:txBody>
              <a:bodyPr anchor="ctr" rtlCol="false" tIns="56055" lIns="56055" bIns="56055" rIns="56055"/>
              <a:lstStyle/>
              <a:p>
                <a:pPr algn="ctr">
                  <a:lnSpc>
                    <a:spcPts val="3380"/>
                  </a:lnSpc>
                </a:pPr>
                <a:r>
                  <a:rPr lang="en-US" sz="2600">
                    <a:solidFill>
                      <a:srgbClr val="FFFFFF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Nutrition Monitoring App using </a:t>
                </a:r>
                <a:r>
                  <a:rPr lang="en-US" b="true" sz="2600">
                    <a:solidFill>
                      <a:srgbClr val="FFFFFF"/>
                    </a:solidFill>
                    <a:latin typeface="Montserrat Light Bold"/>
                    <a:ea typeface="Montserrat Light Bold"/>
                    <a:cs typeface="Montserrat Light Bold"/>
                    <a:sym typeface="Montserrat Light Bold"/>
                  </a:rPr>
                  <a:t>Gemini AI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7156426" cy="461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3"/>
                </a:lnSpc>
              </a:pPr>
              <a:r>
                <a:rPr lang="en-US" sz="2109" spc="105">
                  <a:solidFill>
                    <a:srgbClr val="1C573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Google GDG Hackathon 2024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2627" y="2901697"/>
            <a:ext cx="1400485" cy="6599679"/>
            <a:chOff x="0" y="0"/>
            <a:chExt cx="368852" cy="1738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8852" cy="1738187"/>
            </a:xfrm>
            <a:custGeom>
              <a:avLst/>
              <a:gdLst/>
              <a:ahLst/>
              <a:cxnLst/>
              <a:rect r="r" b="b" t="t" l="l"/>
              <a:pathLst>
                <a:path h="1738187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738187"/>
                  </a:lnTo>
                  <a:lnTo>
                    <a:pt x="0" y="1738187"/>
                  </a:ln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68852" cy="1757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207722">
            <a:off x="14152938" y="-713471"/>
            <a:ext cx="6362178" cy="14135923"/>
            <a:chOff x="0" y="0"/>
            <a:chExt cx="1675635" cy="3723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5635" cy="3723042"/>
            </a:xfrm>
            <a:custGeom>
              <a:avLst/>
              <a:gdLst/>
              <a:ahLst/>
              <a:cxnLst/>
              <a:rect r="r" b="b" t="t" l="l"/>
              <a:pathLst>
                <a:path h="3723042" w="1675635">
                  <a:moveTo>
                    <a:pt x="0" y="0"/>
                  </a:moveTo>
                  <a:lnTo>
                    <a:pt x="1675635" y="0"/>
                  </a:lnTo>
                  <a:lnTo>
                    <a:pt x="1675635" y="3723042"/>
                  </a:lnTo>
                  <a:lnTo>
                    <a:pt x="0" y="3723042"/>
                  </a:lnTo>
                  <a:close/>
                </a:path>
              </a:pathLst>
            </a:custGeom>
            <a:solidFill>
              <a:srgbClr val="1C5739">
                <a:alpha val="3764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75635" cy="374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98915" y="8697813"/>
            <a:ext cx="3806571" cy="2083232"/>
          </a:xfrm>
          <a:custGeom>
            <a:avLst/>
            <a:gdLst/>
            <a:ahLst/>
            <a:cxnLst/>
            <a:rect r="r" b="b" t="t" l="l"/>
            <a:pathLst>
              <a:path h="2083232" w="3806571">
                <a:moveTo>
                  <a:pt x="0" y="0"/>
                </a:moveTo>
                <a:lnTo>
                  <a:pt x="3806570" y="0"/>
                </a:lnTo>
                <a:lnTo>
                  <a:pt x="3806570" y="2083232"/>
                </a:lnTo>
                <a:lnTo>
                  <a:pt x="0" y="2083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30864" y="819208"/>
            <a:ext cx="4728436" cy="3212621"/>
          </a:xfrm>
          <a:custGeom>
            <a:avLst/>
            <a:gdLst/>
            <a:ahLst/>
            <a:cxnLst/>
            <a:rect r="r" b="b" t="t" l="l"/>
            <a:pathLst>
              <a:path h="3212621" w="4728436">
                <a:moveTo>
                  <a:pt x="0" y="0"/>
                </a:moveTo>
                <a:lnTo>
                  <a:pt x="4728436" y="0"/>
                </a:lnTo>
                <a:lnTo>
                  <a:pt x="4728436" y="3212621"/>
                </a:lnTo>
                <a:lnTo>
                  <a:pt x="0" y="3212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35" t="-2276" r="-922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072350" y="5710105"/>
            <a:ext cx="3645465" cy="3645465"/>
          </a:xfrm>
          <a:custGeom>
            <a:avLst/>
            <a:gdLst/>
            <a:ahLst/>
            <a:cxnLst/>
            <a:rect r="r" b="b" t="t" l="l"/>
            <a:pathLst>
              <a:path h="3645465" w="3645465">
                <a:moveTo>
                  <a:pt x="0" y="0"/>
                </a:moveTo>
                <a:lnTo>
                  <a:pt x="3645465" y="0"/>
                </a:lnTo>
                <a:lnTo>
                  <a:pt x="3645465" y="3645465"/>
                </a:lnTo>
                <a:lnTo>
                  <a:pt x="0" y="3645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7" t="-6764" r="-7128" b="-1090"/>
            </a:stretch>
          </a:blipFill>
          <a:ln w="47625" cap="sq">
            <a:solidFill>
              <a:srgbClr val="F5FFF5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272456" y="4248341"/>
            <a:ext cx="1245253" cy="1245253"/>
          </a:xfrm>
          <a:custGeom>
            <a:avLst/>
            <a:gdLst/>
            <a:ahLst/>
            <a:cxnLst/>
            <a:rect r="r" b="b" t="t" l="l"/>
            <a:pathLst>
              <a:path h="1245253" w="1245253">
                <a:moveTo>
                  <a:pt x="0" y="0"/>
                </a:moveTo>
                <a:lnTo>
                  <a:pt x="1245253" y="0"/>
                </a:lnTo>
                <a:lnTo>
                  <a:pt x="1245253" y="1245253"/>
                </a:lnTo>
                <a:lnTo>
                  <a:pt x="0" y="1245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13112" y="1316966"/>
            <a:ext cx="5661991" cy="143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8"/>
              </a:lnSpc>
            </a:pPr>
            <a:r>
              <a:rPr lang="en-US" sz="7868" spc="771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Outline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24659" y="3168035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24659" y="4073706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4659" y="5129356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44260" y="6186631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24659" y="7243906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44260" y="8301181"/>
            <a:ext cx="93721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00737" y="3232572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Our Motivation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54692" y="8463382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Q &amp; 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00737" y="4127355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Functionality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00737" y="5238645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Implementation of Gemini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54692" y="7406107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Future Developments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54692" y="6295368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How does it work</a:t>
            </a:r>
          </a:p>
        </p:txBody>
      </p:sp>
      <p:grpSp>
        <p:nvGrpSpPr>
          <p:cNvPr name="Group 25" id="25"/>
          <p:cNvGrpSpPr/>
          <p:nvPr/>
        </p:nvGrpSpPr>
        <p:grpSpPr>
          <a:xfrm rot="1207722">
            <a:off x="-4444344" y="-3416841"/>
            <a:ext cx="6362178" cy="14135923"/>
            <a:chOff x="0" y="0"/>
            <a:chExt cx="1675635" cy="37230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5635" cy="3723042"/>
            </a:xfrm>
            <a:custGeom>
              <a:avLst/>
              <a:gdLst/>
              <a:ahLst/>
              <a:cxnLst/>
              <a:rect r="r" b="b" t="t" l="l"/>
              <a:pathLst>
                <a:path h="3723042" w="1675635">
                  <a:moveTo>
                    <a:pt x="0" y="0"/>
                  </a:moveTo>
                  <a:lnTo>
                    <a:pt x="1675635" y="0"/>
                  </a:lnTo>
                  <a:lnTo>
                    <a:pt x="1675635" y="3723042"/>
                  </a:lnTo>
                  <a:lnTo>
                    <a:pt x="0" y="3723042"/>
                  </a:lnTo>
                  <a:close/>
                </a:path>
              </a:pathLst>
            </a:custGeom>
            <a:solidFill>
              <a:srgbClr val="1C5739">
                <a:alpha val="37647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5635" cy="3742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507" y="3581937"/>
            <a:ext cx="13498987" cy="197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95836" y="5292275"/>
            <a:ext cx="8296328" cy="52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6"/>
              </a:lnSpc>
            </a:pPr>
            <a:r>
              <a:rPr lang="en-US" sz="3055" spc="299">
                <a:solidFill>
                  <a:srgbClr val="F5FFF5"/>
                </a:solidFill>
                <a:latin typeface="Open Sauce"/>
                <a:ea typeface="Open Sauce"/>
                <a:cs typeface="Open Sauce"/>
                <a:sym typeface="Open Sauce"/>
              </a:rPr>
              <a:t>Why we create this app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7504" r="0" b="-402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9139" y="-325246"/>
            <a:ext cx="9405514" cy="10937493"/>
            <a:chOff x="0" y="0"/>
            <a:chExt cx="2477172" cy="2880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77172" cy="2880657"/>
            </a:xfrm>
            <a:custGeom>
              <a:avLst/>
              <a:gdLst/>
              <a:ahLst/>
              <a:cxnLst/>
              <a:rect r="r" b="b" t="t" l="l"/>
              <a:pathLst>
                <a:path h="2880657" w="2477172">
                  <a:moveTo>
                    <a:pt x="0" y="0"/>
                  </a:moveTo>
                  <a:lnTo>
                    <a:pt x="2477172" y="0"/>
                  </a:lnTo>
                  <a:lnTo>
                    <a:pt x="2477172" y="2880657"/>
                  </a:lnTo>
                  <a:lnTo>
                    <a:pt x="0" y="2880657"/>
                  </a:lnTo>
                  <a:close/>
                </a:path>
              </a:pathLst>
            </a:custGeom>
            <a:solidFill>
              <a:srgbClr val="231F20">
                <a:alpha val="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477172" cy="2899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55650" y="374453"/>
            <a:ext cx="7898902" cy="1222653"/>
            <a:chOff x="0" y="0"/>
            <a:chExt cx="2080369" cy="3220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369" cy="322016"/>
            </a:xfrm>
            <a:custGeom>
              <a:avLst/>
              <a:gdLst/>
              <a:ahLst/>
              <a:cxnLst/>
              <a:rect r="r" b="b" t="t" l="l"/>
              <a:pathLst>
                <a:path h="322016" w="2080369">
                  <a:moveTo>
                    <a:pt x="0" y="0"/>
                  </a:moveTo>
                  <a:lnTo>
                    <a:pt x="2080369" y="0"/>
                  </a:lnTo>
                  <a:lnTo>
                    <a:pt x="2080369" y="322016"/>
                  </a:lnTo>
                  <a:lnTo>
                    <a:pt x="0" y="322016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80369" cy="341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86950" y="6408758"/>
            <a:ext cx="7980970" cy="3573570"/>
            <a:chOff x="0" y="0"/>
            <a:chExt cx="2101984" cy="9411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1984" cy="941187"/>
            </a:xfrm>
            <a:custGeom>
              <a:avLst/>
              <a:gdLst/>
              <a:ahLst/>
              <a:cxnLst/>
              <a:rect r="r" b="b" t="t" l="l"/>
              <a:pathLst>
                <a:path h="941187" w="2101984">
                  <a:moveTo>
                    <a:pt x="49472" y="0"/>
                  </a:moveTo>
                  <a:lnTo>
                    <a:pt x="2052512" y="0"/>
                  </a:lnTo>
                  <a:cubicBezTo>
                    <a:pt x="2079834" y="0"/>
                    <a:pt x="2101984" y="22150"/>
                    <a:pt x="2101984" y="49472"/>
                  </a:cubicBezTo>
                  <a:lnTo>
                    <a:pt x="2101984" y="891715"/>
                  </a:lnTo>
                  <a:cubicBezTo>
                    <a:pt x="2101984" y="904836"/>
                    <a:pt x="2096772" y="917419"/>
                    <a:pt x="2087494" y="926697"/>
                  </a:cubicBezTo>
                  <a:cubicBezTo>
                    <a:pt x="2078216" y="935975"/>
                    <a:pt x="2065632" y="941187"/>
                    <a:pt x="2052512" y="941187"/>
                  </a:cubicBezTo>
                  <a:lnTo>
                    <a:pt x="49472" y="941187"/>
                  </a:lnTo>
                  <a:cubicBezTo>
                    <a:pt x="36352" y="941187"/>
                    <a:pt x="23768" y="935975"/>
                    <a:pt x="14490" y="926697"/>
                  </a:cubicBezTo>
                  <a:cubicBezTo>
                    <a:pt x="5212" y="917419"/>
                    <a:pt x="0" y="904836"/>
                    <a:pt x="0" y="891715"/>
                  </a:cubicBezTo>
                  <a:lnTo>
                    <a:pt x="0" y="49472"/>
                  </a:lnTo>
                  <a:cubicBezTo>
                    <a:pt x="0" y="36352"/>
                    <a:pt x="5212" y="23768"/>
                    <a:pt x="14490" y="14490"/>
                  </a:cubicBezTo>
                  <a:cubicBezTo>
                    <a:pt x="23768" y="5212"/>
                    <a:pt x="36352" y="0"/>
                    <a:pt x="49472" y="0"/>
                  </a:cubicBezTo>
                  <a:close/>
                </a:path>
              </a:pathLst>
            </a:custGeom>
            <a:solidFill>
              <a:srgbClr val="009245">
                <a:alpha val="1098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01984" cy="96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2143" y="7475145"/>
            <a:ext cx="3442670" cy="426333"/>
            <a:chOff x="0" y="0"/>
            <a:chExt cx="906711" cy="1122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6712" cy="112285"/>
            </a:xfrm>
            <a:custGeom>
              <a:avLst/>
              <a:gdLst/>
              <a:ahLst/>
              <a:cxnLst/>
              <a:rect r="r" b="b" t="t" l="l"/>
              <a:pathLst>
                <a:path h="112285" w="906712">
                  <a:moveTo>
                    <a:pt x="56143" y="0"/>
                  </a:moveTo>
                  <a:lnTo>
                    <a:pt x="850569" y="0"/>
                  </a:lnTo>
                  <a:cubicBezTo>
                    <a:pt x="881576" y="0"/>
                    <a:pt x="906712" y="25136"/>
                    <a:pt x="906712" y="56143"/>
                  </a:cubicBezTo>
                  <a:lnTo>
                    <a:pt x="906712" y="56143"/>
                  </a:lnTo>
                  <a:cubicBezTo>
                    <a:pt x="906712" y="87149"/>
                    <a:pt x="881576" y="112285"/>
                    <a:pt x="850569" y="112285"/>
                  </a:cubicBezTo>
                  <a:lnTo>
                    <a:pt x="56143" y="112285"/>
                  </a:lnTo>
                  <a:cubicBezTo>
                    <a:pt x="25136" y="112285"/>
                    <a:pt x="0" y="87149"/>
                    <a:pt x="0" y="56143"/>
                  </a:cubicBezTo>
                  <a:lnTo>
                    <a:pt x="0" y="56143"/>
                  </a:lnTo>
                  <a:cubicBezTo>
                    <a:pt x="0" y="25136"/>
                    <a:pt x="25136" y="0"/>
                    <a:pt x="56143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06711" cy="131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755650" y="395051"/>
            <a:ext cx="7845013" cy="1202056"/>
          </a:xfrm>
          <a:custGeom>
            <a:avLst/>
            <a:gdLst/>
            <a:ahLst/>
            <a:cxnLst/>
            <a:rect r="r" b="b" t="t" l="l"/>
            <a:pathLst>
              <a:path h="1202056" w="7845013">
                <a:moveTo>
                  <a:pt x="0" y="0"/>
                </a:moveTo>
                <a:lnTo>
                  <a:pt x="7845013" y="0"/>
                </a:lnTo>
                <a:lnTo>
                  <a:pt x="7845013" y="1202056"/>
                </a:lnTo>
                <a:lnTo>
                  <a:pt x="0" y="120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l="-115852" t="-305289" r="0" b="-53386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096375" y="-325246"/>
            <a:ext cx="47625" cy="11223219"/>
            <a:chOff x="0" y="0"/>
            <a:chExt cx="12543" cy="29559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2955909"/>
            </a:xfrm>
            <a:custGeom>
              <a:avLst/>
              <a:gdLst/>
              <a:ahLst/>
              <a:cxnLst/>
              <a:rect r="r" b="b" t="t" l="l"/>
              <a:pathLst>
                <a:path h="2955909" w="12543">
                  <a:moveTo>
                    <a:pt x="0" y="0"/>
                  </a:moveTo>
                  <a:lnTo>
                    <a:pt x="12543" y="0"/>
                  </a:lnTo>
                  <a:lnTo>
                    <a:pt x="12543" y="2955909"/>
                  </a:lnTo>
                  <a:lnTo>
                    <a:pt x="0" y="2955909"/>
                  </a:lnTo>
                  <a:close/>
                </a:path>
              </a:pathLst>
            </a:custGeom>
            <a:solidFill>
              <a:srgbClr val="009245">
                <a:alpha val="1686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543" cy="2974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4546" y="395051"/>
            <a:ext cx="7898902" cy="1202056"/>
            <a:chOff x="0" y="0"/>
            <a:chExt cx="2080369" cy="3165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0369" cy="316591"/>
            </a:xfrm>
            <a:custGeom>
              <a:avLst/>
              <a:gdLst/>
              <a:ahLst/>
              <a:cxnLst/>
              <a:rect r="r" b="b" t="t" l="l"/>
              <a:pathLst>
                <a:path h="316591" w="2080369">
                  <a:moveTo>
                    <a:pt x="0" y="0"/>
                  </a:moveTo>
                  <a:lnTo>
                    <a:pt x="2080369" y="0"/>
                  </a:lnTo>
                  <a:lnTo>
                    <a:pt x="2080369" y="316591"/>
                  </a:lnTo>
                  <a:lnTo>
                    <a:pt x="0" y="316591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080369" cy="335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2478" y="6408758"/>
            <a:ext cx="7980970" cy="3573570"/>
            <a:chOff x="0" y="0"/>
            <a:chExt cx="2101984" cy="9411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1984" cy="941187"/>
            </a:xfrm>
            <a:custGeom>
              <a:avLst/>
              <a:gdLst/>
              <a:ahLst/>
              <a:cxnLst/>
              <a:rect r="r" b="b" t="t" l="l"/>
              <a:pathLst>
                <a:path h="941187" w="2101984">
                  <a:moveTo>
                    <a:pt x="49472" y="0"/>
                  </a:moveTo>
                  <a:lnTo>
                    <a:pt x="2052512" y="0"/>
                  </a:lnTo>
                  <a:cubicBezTo>
                    <a:pt x="2079834" y="0"/>
                    <a:pt x="2101984" y="22150"/>
                    <a:pt x="2101984" y="49472"/>
                  </a:cubicBezTo>
                  <a:lnTo>
                    <a:pt x="2101984" y="891715"/>
                  </a:lnTo>
                  <a:cubicBezTo>
                    <a:pt x="2101984" y="904836"/>
                    <a:pt x="2096772" y="917419"/>
                    <a:pt x="2087494" y="926697"/>
                  </a:cubicBezTo>
                  <a:cubicBezTo>
                    <a:pt x="2078216" y="935975"/>
                    <a:pt x="2065632" y="941187"/>
                    <a:pt x="2052512" y="941187"/>
                  </a:cubicBezTo>
                  <a:lnTo>
                    <a:pt x="49472" y="941187"/>
                  </a:lnTo>
                  <a:cubicBezTo>
                    <a:pt x="36352" y="941187"/>
                    <a:pt x="23768" y="935975"/>
                    <a:pt x="14490" y="926697"/>
                  </a:cubicBezTo>
                  <a:cubicBezTo>
                    <a:pt x="5212" y="917419"/>
                    <a:pt x="0" y="904836"/>
                    <a:pt x="0" y="891715"/>
                  </a:cubicBezTo>
                  <a:lnTo>
                    <a:pt x="0" y="49472"/>
                  </a:lnTo>
                  <a:cubicBezTo>
                    <a:pt x="0" y="36352"/>
                    <a:pt x="5212" y="23768"/>
                    <a:pt x="14490" y="14490"/>
                  </a:cubicBezTo>
                  <a:cubicBezTo>
                    <a:pt x="23768" y="5212"/>
                    <a:pt x="36352" y="0"/>
                    <a:pt x="49472" y="0"/>
                  </a:cubicBezTo>
                  <a:close/>
                </a:path>
              </a:pathLst>
            </a:custGeom>
            <a:solidFill>
              <a:srgbClr val="8BC349">
                <a:alpha val="1098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01984" cy="960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38435" y="405350"/>
            <a:ext cx="7845013" cy="1191757"/>
          </a:xfrm>
          <a:custGeom>
            <a:avLst/>
            <a:gdLst/>
            <a:ahLst/>
            <a:cxnLst/>
            <a:rect r="r" b="b" t="t" l="l"/>
            <a:pathLst>
              <a:path h="1191757" w="7845013">
                <a:moveTo>
                  <a:pt x="0" y="0"/>
                </a:moveTo>
                <a:lnTo>
                  <a:pt x="7845013" y="0"/>
                </a:lnTo>
                <a:lnTo>
                  <a:pt x="7845013" y="1191757"/>
                </a:lnTo>
                <a:lnTo>
                  <a:pt x="0" y="11917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l="-115852" t="-307927" r="0" b="-539337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38435" y="1836325"/>
            <a:ext cx="7716005" cy="4411602"/>
          </a:xfrm>
          <a:custGeom>
            <a:avLst/>
            <a:gdLst/>
            <a:ahLst/>
            <a:cxnLst/>
            <a:rect r="r" b="b" t="t" l="l"/>
            <a:pathLst>
              <a:path h="4411602" w="7716005">
                <a:moveTo>
                  <a:pt x="0" y="0"/>
                </a:moveTo>
                <a:lnTo>
                  <a:pt x="7716005" y="0"/>
                </a:lnTo>
                <a:lnTo>
                  <a:pt x="7716005" y="4411601"/>
                </a:lnTo>
                <a:lnTo>
                  <a:pt x="0" y="4411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197800" y="6736440"/>
            <a:ext cx="624743" cy="624743"/>
          </a:xfrm>
          <a:custGeom>
            <a:avLst/>
            <a:gdLst/>
            <a:ahLst/>
            <a:cxnLst/>
            <a:rect r="r" b="b" t="t" l="l"/>
            <a:pathLst>
              <a:path h="624743" w="624743">
                <a:moveTo>
                  <a:pt x="0" y="0"/>
                </a:moveTo>
                <a:lnTo>
                  <a:pt x="624743" y="0"/>
                </a:lnTo>
                <a:lnTo>
                  <a:pt x="624743" y="624743"/>
                </a:lnTo>
                <a:lnTo>
                  <a:pt x="0" y="624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97800" y="8534636"/>
            <a:ext cx="624743" cy="624743"/>
          </a:xfrm>
          <a:custGeom>
            <a:avLst/>
            <a:gdLst/>
            <a:ahLst/>
            <a:cxnLst/>
            <a:rect r="r" b="b" t="t" l="l"/>
            <a:pathLst>
              <a:path h="624743" w="624743">
                <a:moveTo>
                  <a:pt x="0" y="0"/>
                </a:moveTo>
                <a:lnTo>
                  <a:pt x="624743" y="0"/>
                </a:lnTo>
                <a:lnTo>
                  <a:pt x="624743" y="624743"/>
                </a:lnTo>
                <a:lnTo>
                  <a:pt x="0" y="624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07092" y="6917340"/>
            <a:ext cx="636683" cy="636683"/>
          </a:xfrm>
          <a:custGeom>
            <a:avLst/>
            <a:gdLst/>
            <a:ahLst/>
            <a:cxnLst/>
            <a:rect r="r" b="b" t="t" l="l"/>
            <a:pathLst>
              <a:path h="636683" w="636683">
                <a:moveTo>
                  <a:pt x="0" y="0"/>
                </a:moveTo>
                <a:lnTo>
                  <a:pt x="636683" y="0"/>
                </a:lnTo>
                <a:lnTo>
                  <a:pt x="636683" y="636683"/>
                </a:lnTo>
                <a:lnTo>
                  <a:pt x="0" y="636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7092" y="8528666"/>
            <a:ext cx="636683" cy="636683"/>
          </a:xfrm>
          <a:custGeom>
            <a:avLst/>
            <a:gdLst/>
            <a:ahLst/>
            <a:cxnLst/>
            <a:rect r="r" b="b" t="t" l="l"/>
            <a:pathLst>
              <a:path h="636683" w="636683">
                <a:moveTo>
                  <a:pt x="0" y="0"/>
                </a:moveTo>
                <a:lnTo>
                  <a:pt x="636683" y="0"/>
                </a:lnTo>
                <a:lnTo>
                  <a:pt x="636683" y="636683"/>
                </a:lnTo>
                <a:lnTo>
                  <a:pt x="0" y="636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858327" y="1939290"/>
            <a:ext cx="2936558" cy="187642"/>
            <a:chOff x="0" y="0"/>
            <a:chExt cx="3915410" cy="2501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41910"/>
              <a:ext cx="3815080" cy="161290"/>
            </a:xfrm>
            <a:custGeom>
              <a:avLst/>
              <a:gdLst/>
              <a:ahLst/>
              <a:cxnLst/>
              <a:rect r="r" b="b" t="t" l="l"/>
              <a:pathLst>
                <a:path h="161290" w="3815080">
                  <a:moveTo>
                    <a:pt x="29210" y="31750"/>
                  </a:moveTo>
                  <a:cubicBezTo>
                    <a:pt x="433070" y="0"/>
                    <a:pt x="872490" y="7620"/>
                    <a:pt x="1073150" y="13970"/>
                  </a:cubicBezTo>
                  <a:cubicBezTo>
                    <a:pt x="1188720" y="17780"/>
                    <a:pt x="1234440" y="26670"/>
                    <a:pt x="1343660" y="30480"/>
                  </a:cubicBezTo>
                  <a:cubicBezTo>
                    <a:pt x="1516380" y="35560"/>
                    <a:pt x="1812290" y="27940"/>
                    <a:pt x="2009140" y="35560"/>
                  </a:cubicBezTo>
                  <a:cubicBezTo>
                    <a:pt x="2165350" y="40640"/>
                    <a:pt x="2251710" y="54610"/>
                    <a:pt x="2430780" y="59690"/>
                  </a:cubicBezTo>
                  <a:cubicBezTo>
                    <a:pt x="2741930" y="68580"/>
                    <a:pt x="3521710" y="31750"/>
                    <a:pt x="3707130" y="60960"/>
                  </a:cubicBezTo>
                  <a:cubicBezTo>
                    <a:pt x="3760470" y="68580"/>
                    <a:pt x="3792220" y="74930"/>
                    <a:pt x="3806190" y="92710"/>
                  </a:cubicBezTo>
                  <a:cubicBezTo>
                    <a:pt x="3815080" y="102870"/>
                    <a:pt x="3815080" y="120650"/>
                    <a:pt x="3810000" y="132080"/>
                  </a:cubicBezTo>
                  <a:cubicBezTo>
                    <a:pt x="3806190" y="142240"/>
                    <a:pt x="3789680" y="153670"/>
                    <a:pt x="3779520" y="157480"/>
                  </a:cubicBezTo>
                  <a:cubicBezTo>
                    <a:pt x="3770630" y="160020"/>
                    <a:pt x="3760470" y="158750"/>
                    <a:pt x="3752850" y="153670"/>
                  </a:cubicBezTo>
                  <a:cubicBezTo>
                    <a:pt x="3743960" y="148590"/>
                    <a:pt x="3732530" y="132080"/>
                    <a:pt x="3729990" y="121920"/>
                  </a:cubicBezTo>
                  <a:cubicBezTo>
                    <a:pt x="3727450" y="113030"/>
                    <a:pt x="3728720" y="102870"/>
                    <a:pt x="3733800" y="95250"/>
                  </a:cubicBezTo>
                  <a:cubicBezTo>
                    <a:pt x="3740150" y="86360"/>
                    <a:pt x="3756660" y="74930"/>
                    <a:pt x="3766820" y="73660"/>
                  </a:cubicBezTo>
                  <a:cubicBezTo>
                    <a:pt x="3775710" y="72390"/>
                    <a:pt x="3785870" y="73660"/>
                    <a:pt x="3793490" y="80010"/>
                  </a:cubicBezTo>
                  <a:cubicBezTo>
                    <a:pt x="3802380" y="86360"/>
                    <a:pt x="3812540" y="101600"/>
                    <a:pt x="3813810" y="114300"/>
                  </a:cubicBezTo>
                  <a:cubicBezTo>
                    <a:pt x="3813810" y="125730"/>
                    <a:pt x="3804920" y="142240"/>
                    <a:pt x="3796030" y="149860"/>
                  </a:cubicBezTo>
                  <a:cubicBezTo>
                    <a:pt x="3789680" y="154940"/>
                    <a:pt x="3783330" y="156210"/>
                    <a:pt x="3770630" y="157480"/>
                  </a:cubicBezTo>
                  <a:cubicBezTo>
                    <a:pt x="3737610" y="161290"/>
                    <a:pt x="3677920" y="143510"/>
                    <a:pt x="3591560" y="139700"/>
                  </a:cubicBezTo>
                  <a:cubicBezTo>
                    <a:pt x="3373120" y="128270"/>
                    <a:pt x="2719070" y="149860"/>
                    <a:pt x="2428240" y="139700"/>
                  </a:cubicBezTo>
                  <a:cubicBezTo>
                    <a:pt x="2252980" y="133350"/>
                    <a:pt x="2165350" y="114300"/>
                    <a:pt x="2009140" y="109220"/>
                  </a:cubicBezTo>
                  <a:cubicBezTo>
                    <a:pt x="1812290" y="102870"/>
                    <a:pt x="1534160" y="119380"/>
                    <a:pt x="1342390" y="113030"/>
                  </a:cubicBezTo>
                  <a:cubicBezTo>
                    <a:pt x="1196340" y="107950"/>
                    <a:pt x="1101090" y="90170"/>
                    <a:pt x="956310" y="85090"/>
                  </a:cubicBezTo>
                  <a:cubicBezTo>
                    <a:pt x="773430" y="77470"/>
                    <a:pt x="502920" y="74930"/>
                    <a:pt x="332740" y="80010"/>
                  </a:cubicBezTo>
                  <a:cubicBezTo>
                    <a:pt x="213360" y="82550"/>
                    <a:pt x="78740" y="116840"/>
                    <a:pt x="31750" y="99060"/>
                  </a:cubicBezTo>
                  <a:cubicBezTo>
                    <a:pt x="13970" y="91440"/>
                    <a:pt x="1270" y="77470"/>
                    <a:pt x="0" y="66040"/>
                  </a:cubicBezTo>
                  <a:cubicBezTo>
                    <a:pt x="0" y="55880"/>
                    <a:pt x="29210" y="31750"/>
                    <a:pt x="29210" y="31750"/>
                  </a:cubicBezTo>
                </a:path>
              </a:pathLst>
            </a:custGeom>
            <a:solidFill>
              <a:srgbClr val="BFBFB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827834" y="1939290"/>
            <a:ext cx="1739550" cy="1739550"/>
          </a:xfrm>
          <a:custGeom>
            <a:avLst/>
            <a:gdLst/>
            <a:ahLst/>
            <a:cxnLst/>
            <a:rect r="r" b="b" t="t" l="l"/>
            <a:pathLst>
              <a:path h="1739550" w="1739550">
                <a:moveTo>
                  <a:pt x="0" y="0"/>
                </a:moveTo>
                <a:lnTo>
                  <a:pt x="1739550" y="0"/>
                </a:lnTo>
                <a:lnTo>
                  <a:pt x="1739550" y="1739550"/>
                </a:lnTo>
                <a:lnTo>
                  <a:pt x="0" y="17395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27" t="-6764" r="-7128" b="-1090"/>
            </a:stretch>
          </a:blipFill>
          <a:ln w="47625" cap="sq">
            <a:solidFill>
              <a:srgbClr val="F5FFF5"/>
            </a:solidFill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4874813" y="1942665"/>
            <a:ext cx="2384487" cy="4198922"/>
          </a:xfrm>
          <a:custGeom>
            <a:avLst/>
            <a:gdLst/>
            <a:ahLst/>
            <a:cxnLst/>
            <a:rect r="r" b="b" t="t" l="l"/>
            <a:pathLst>
              <a:path h="4198922" w="2384487">
                <a:moveTo>
                  <a:pt x="0" y="0"/>
                </a:moveTo>
                <a:lnTo>
                  <a:pt x="2384487" y="0"/>
                </a:lnTo>
                <a:lnTo>
                  <a:pt x="2384487" y="4198921"/>
                </a:lnTo>
                <a:lnTo>
                  <a:pt x="0" y="4198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111606" y="1942665"/>
            <a:ext cx="2400562" cy="4198922"/>
          </a:xfrm>
          <a:custGeom>
            <a:avLst/>
            <a:gdLst/>
            <a:ahLst/>
            <a:cxnLst/>
            <a:rect r="r" b="b" t="t" l="l"/>
            <a:pathLst>
              <a:path h="4198922" w="2400562">
                <a:moveTo>
                  <a:pt x="0" y="0"/>
                </a:moveTo>
                <a:lnTo>
                  <a:pt x="2400562" y="0"/>
                </a:lnTo>
                <a:lnTo>
                  <a:pt x="2400562" y="4198921"/>
                </a:lnTo>
                <a:lnTo>
                  <a:pt x="0" y="4198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432143" y="7048812"/>
            <a:ext cx="3221593" cy="426333"/>
            <a:chOff x="0" y="0"/>
            <a:chExt cx="848485" cy="1122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8485" cy="112285"/>
            </a:xfrm>
            <a:custGeom>
              <a:avLst/>
              <a:gdLst/>
              <a:ahLst/>
              <a:cxnLst/>
              <a:rect r="r" b="b" t="t" l="l"/>
              <a:pathLst>
                <a:path h="112285" w="848485">
                  <a:moveTo>
                    <a:pt x="56143" y="0"/>
                  </a:moveTo>
                  <a:lnTo>
                    <a:pt x="792343" y="0"/>
                  </a:lnTo>
                  <a:cubicBezTo>
                    <a:pt x="823350" y="0"/>
                    <a:pt x="848485" y="25136"/>
                    <a:pt x="848485" y="56143"/>
                  </a:cubicBezTo>
                  <a:lnTo>
                    <a:pt x="848485" y="56143"/>
                  </a:lnTo>
                  <a:cubicBezTo>
                    <a:pt x="848485" y="87149"/>
                    <a:pt x="823350" y="112285"/>
                    <a:pt x="792343" y="112285"/>
                  </a:cubicBezTo>
                  <a:lnTo>
                    <a:pt x="56143" y="112285"/>
                  </a:lnTo>
                  <a:cubicBezTo>
                    <a:pt x="25136" y="112285"/>
                    <a:pt x="0" y="87149"/>
                    <a:pt x="0" y="56143"/>
                  </a:cubicBezTo>
                  <a:lnTo>
                    <a:pt x="0" y="56143"/>
                  </a:lnTo>
                  <a:cubicBezTo>
                    <a:pt x="0" y="25136"/>
                    <a:pt x="25136" y="0"/>
                    <a:pt x="56143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48485" cy="131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633317" y="89932"/>
            <a:ext cx="5815305" cy="154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02"/>
              </a:lnSpc>
              <a:spcBef>
                <a:spcPct val="0"/>
              </a:spcBef>
            </a:pPr>
            <a:r>
              <a:rPr lang="en-US" sz="8335" spc="816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OUR APP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2585" y="6831615"/>
            <a:ext cx="6511782" cy="134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286" spc="20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No suggestions for people with </a:t>
            </a:r>
            <a:r>
              <a:rPr lang="en-US" sz="2286" spc="205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medical histories.</a:t>
            </a:r>
          </a:p>
          <a:p>
            <a:pPr algn="l">
              <a:lnSpc>
                <a:spcPts val="3658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1055443" y="6622140"/>
            <a:ext cx="6545220" cy="318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Con  uk sider user's 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 spc="41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99" spc="41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edical history</a:t>
            </a:r>
            <a:r>
              <a:rPr lang="en-US" sz="2199" spc="413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b="true" sz="2199" spc="215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2199" spc="215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ietary restrictions</a:t>
            </a: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</a:p>
          <a:p>
            <a:pPr algn="l" marL="474979" indent="-237490" lvl="1">
              <a:lnSpc>
                <a:spcPts val="3211"/>
              </a:lnSpc>
              <a:buAutoNum type="arabicPeriod" startAt="1"/>
            </a:pP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oals </a:t>
            </a:r>
          </a:p>
          <a:p>
            <a:pPr algn="l">
              <a:lnSpc>
                <a:spcPts val="3211"/>
              </a:lnSpc>
            </a:pPr>
          </a:p>
          <a:p>
            <a:pPr algn="l">
              <a:lnSpc>
                <a:spcPts val="3211"/>
              </a:lnSpc>
            </a:pP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99" spc="215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reate a meal recommendation list that suits the user.</a:t>
            </a:r>
          </a:p>
          <a:p>
            <a:pPr algn="l">
              <a:lnSpc>
                <a:spcPts val="3211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125433" y="129125"/>
            <a:ext cx="6871017" cy="154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02"/>
              </a:lnSpc>
              <a:spcBef>
                <a:spcPct val="0"/>
              </a:spcBef>
            </a:pPr>
            <a:r>
              <a:rPr lang="en-US" sz="8335" spc="816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OTHER APP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22585" y="8449005"/>
            <a:ext cx="6235948" cy="83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86" spc="32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No meal suggestions </a:t>
            </a:r>
            <a:r>
              <a:rPr lang="en-US" b="true" sz="2286" spc="324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based on a specific menu.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527951"/>
            <a:chOff x="0" y="0"/>
            <a:chExt cx="4274726" cy="22460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46045"/>
            </a:xfrm>
            <a:custGeom>
              <a:avLst/>
              <a:gdLst/>
              <a:ahLst/>
              <a:cxnLst/>
              <a:rect r="r" b="b" t="t" l="l"/>
              <a:pathLst>
                <a:path h="2246045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21718"/>
                  </a:lnTo>
                  <a:cubicBezTo>
                    <a:pt x="4274726" y="2235153"/>
                    <a:pt x="4263834" y="2246045"/>
                    <a:pt x="4250399" y="2246045"/>
                  </a:cubicBezTo>
                  <a:lnTo>
                    <a:pt x="24327" y="2246045"/>
                  </a:lnTo>
                  <a:cubicBezTo>
                    <a:pt x="17875" y="2246045"/>
                    <a:pt x="11687" y="2243482"/>
                    <a:pt x="7125" y="2238920"/>
                  </a:cubicBezTo>
                  <a:cubicBezTo>
                    <a:pt x="2563" y="2234358"/>
                    <a:pt x="0" y="2228170"/>
                    <a:pt x="0" y="222171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FF5">
                <a:alpha val="2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274726" cy="2265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84894" y="2067512"/>
            <a:ext cx="15318212" cy="386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FOOD BUDDY APP</a:t>
            </a:r>
          </a:p>
          <a:p>
            <a:pPr algn="ctr">
              <a:lnSpc>
                <a:spcPts val="1477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2548" y="4444044"/>
            <a:ext cx="4602904" cy="4602904"/>
          </a:xfrm>
          <a:custGeom>
            <a:avLst/>
            <a:gdLst/>
            <a:ahLst/>
            <a:cxnLst/>
            <a:rect r="r" b="b" t="t" l="l"/>
            <a:pathLst>
              <a:path h="4602904" w="4602904">
                <a:moveTo>
                  <a:pt x="0" y="0"/>
                </a:moveTo>
                <a:lnTo>
                  <a:pt x="4602904" y="0"/>
                </a:lnTo>
                <a:lnTo>
                  <a:pt x="4602904" y="4602903"/>
                </a:lnTo>
                <a:lnTo>
                  <a:pt x="0" y="4602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7" t="-6764" r="-7128" b="-1090"/>
            </a:stretch>
          </a:blipFill>
          <a:ln w="47625" cap="sq">
            <a:solidFill>
              <a:srgbClr val="F5FFF5"/>
            </a:solidFill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29255" y="-1605523"/>
            <a:ext cx="2107691" cy="6267214"/>
            <a:chOff x="0" y="0"/>
            <a:chExt cx="870859" cy="258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859" cy="2589497"/>
            </a:xfrm>
            <a:custGeom>
              <a:avLst/>
              <a:gdLst/>
              <a:ahLst/>
              <a:cxnLst/>
              <a:rect r="r" b="b" t="t" l="l"/>
              <a:pathLst>
                <a:path h="2589497" w="870859">
                  <a:moveTo>
                    <a:pt x="117542" y="0"/>
                  </a:moveTo>
                  <a:lnTo>
                    <a:pt x="753318" y="0"/>
                  </a:lnTo>
                  <a:cubicBezTo>
                    <a:pt x="784492" y="0"/>
                    <a:pt x="814389" y="12384"/>
                    <a:pt x="836432" y="34427"/>
                  </a:cubicBezTo>
                  <a:cubicBezTo>
                    <a:pt x="858475" y="56470"/>
                    <a:pt x="870859" y="86368"/>
                    <a:pt x="870859" y="117542"/>
                  </a:cubicBezTo>
                  <a:lnTo>
                    <a:pt x="870859" y="2471956"/>
                  </a:lnTo>
                  <a:cubicBezTo>
                    <a:pt x="870859" y="2503130"/>
                    <a:pt x="858475" y="2533027"/>
                    <a:pt x="836432" y="2555070"/>
                  </a:cubicBezTo>
                  <a:cubicBezTo>
                    <a:pt x="814389" y="2577113"/>
                    <a:pt x="784492" y="2589497"/>
                    <a:pt x="753318" y="2589497"/>
                  </a:cubicBezTo>
                  <a:lnTo>
                    <a:pt x="117542" y="2589497"/>
                  </a:lnTo>
                  <a:cubicBezTo>
                    <a:pt x="86368" y="2589497"/>
                    <a:pt x="56470" y="2577113"/>
                    <a:pt x="34427" y="2555070"/>
                  </a:cubicBezTo>
                  <a:cubicBezTo>
                    <a:pt x="12384" y="2533027"/>
                    <a:pt x="0" y="2503130"/>
                    <a:pt x="0" y="2471956"/>
                  </a:cubicBezTo>
                  <a:lnTo>
                    <a:pt x="0" y="117542"/>
                  </a:lnTo>
                  <a:cubicBezTo>
                    <a:pt x="0" y="86368"/>
                    <a:pt x="12384" y="56470"/>
                    <a:pt x="34427" y="34427"/>
                  </a:cubicBezTo>
                  <a:cubicBezTo>
                    <a:pt x="56470" y="12384"/>
                    <a:pt x="86368" y="0"/>
                    <a:pt x="117542" y="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70859" cy="2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0220" y="172818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75141" y="338149"/>
            <a:ext cx="5387676" cy="9522404"/>
          </a:xfrm>
          <a:custGeom>
            <a:avLst/>
            <a:gdLst/>
            <a:ahLst/>
            <a:cxnLst/>
            <a:rect r="r" b="b" t="t" l="l"/>
            <a:pathLst>
              <a:path h="9522404" w="5387676">
                <a:moveTo>
                  <a:pt x="0" y="0"/>
                </a:moveTo>
                <a:lnTo>
                  <a:pt x="5387676" y="0"/>
                </a:lnTo>
                <a:lnTo>
                  <a:pt x="5387676" y="9522404"/>
                </a:lnTo>
                <a:lnTo>
                  <a:pt x="0" y="9522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42575" y="2939934"/>
            <a:ext cx="2902332" cy="551139"/>
            <a:chOff x="0" y="0"/>
            <a:chExt cx="7374240" cy="1400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1151" cy="1446859"/>
            </a:xfrm>
            <a:custGeom>
              <a:avLst/>
              <a:gdLst/>
              <a:ahLst/>
              <a:cxnLst/>
              <a:rect r="r" b="b" t="t" l="l"/>
              <a:pathLst>
                <a:path h="1446859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611941"/>
                  </a:lnTo>
                  <a:cubicBezTo>
                    <a:pt x="877316" y="640798"/>
                    <a:pt x="897636" y="679027"/>
                    <a:pt x="897636" y="717163"/>
                  </a:cubicBezTo>
                  <a:cubicBezTo>
                    <a:pt x="897636" y="755299"/>
                    <a:pt x="877951" y="793157"/>
                    <a:pt x="837819" y="822385"/>
                  </a:cubicBezTo>
                  <a:lnTo>
                    <a:pt x="635" y="1446859"/>
                  </a:lnTo>
                  <a:lnTo>
                    <a:pt x="6464427" y="1446859"/>
                  </a:lnTo>
                  <a:lnTo>
                    <a:pt x="7431151" y="717163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08709" y="2353184"/>
            <a:ext cx="2830333" cy="586750"/>
            <a:chOff x="0" y="0"/>
            <a:chExt cx="6517265" cy="13510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4725" cy="1397605"/>
            </a:xfrm>
            <a:custGeom>
              <a:avLst/>
              <a:gdLst/>
              <a:ahLst/>
              <a:cxnLst/>
              <a:rect r="r" b="b" t="t" l="l"/>
              <a:pathLst>
                <a:path h="1397605" w="6574725">
                  <a:moveTo>
                    <a:pt x="854382" y="1397605"/>
                  </a:moveTo>
                  <a:lnTo>
                    <a:pt x="6574725" y="1397605"/>
                  </a:lnTo>
                  <a:lnTo>
                    <a:pt x="5827526" y="793459"/>
                  </a:lnTo>
                  <a:cubicBezTo>
                    <a:pt x="5792633" y="765617"/>
                    <a:pt x="5774681" y="728733"/>
                    <a:pt x="5774681" y="691938"/>
                  </a:cubicBezTo>
                  <a:cubicBezTo>
                    <a:pt x="5774681" y="655143"/>
                    <a:pt x="5792184" y="618617"/>
                    <a:pt x="5827526" y="590417"/>
                  </a:cubicBezTo>
                  <a:lnTo>
                    <a:pt x="6574217" y="0"/>
                  </a:lnTo>
                  <a:lnTo>
                    <a:pt x="854382" y="0"/>
                  </a:lnTo>
                  <a:lnTo>
                    <a:pt x="0" y="691490"/>
                  </a:lnTo>
                  <a:lnTo>
                    <a:pt x="854382" y="1397478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08709" y="5443632"/>
            <a:ext cx="2830333" cy="586750"/>
            <a:chOff x="0" y="0"/>
            <a:chExt cx="6517265" cy="13510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74725" cy="1397605"/>
            </a:xfrm>
            <a:custGeom>
              <a:avLst/>
              <a:gdLst/>
              <a:ahLst/>
              <a:cxnLst/>
              <a:rect r="r" b="b" t="t" l="l"/>
              <a:pathLst>
                <a:path h="1397605" w="6574725">
                  <a:moveTo>
                    <a:pt x="854382" y="1397605"/>
                  </a:moveTo>
                  <a:lnTo>
                    <a:pt x="6574725" y="1397605"/>
                  </a:lnTo>
                  <a:lnTo>
                    <a:pt x="5827526" y="793459"/>
                  </a:lnTo>
                  <a:cubicBezTo>
                    <a:pt x="5792633" y="765617"/>
                    <a:pt x="5774681" y="728733"/>
                    <a:pt x="5774681" y="691938"/>
                  </a:cubicBezTo>
                  <a:cubicBezTo>
                    <a:pt x="5774681" y="655143"/>
                    <a:pt x="5792184" y="618617"/>
                    <a:pt x="5827526" y="590417"/>
                  </a:cubicBezTo>
                  <a:lnTo>
                    <a:pt x="6574217" y="0"/>
                  </a:lnTo>
                  <a:lnTo>
                    <a:pt x="854382" y="0"/>
                  </a:lnTo>
                  <a:lnTo>
                    <a:pt x="0" y="691490"/>
                  </a:lnTo>
                  <a:lnTo>
                    <a:pt x="854382" y="1397478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42575" y="5800388"/>
            <a:ext cx="2902332" cy="678150"/>
            <a:chOff x="0" y="0"/>
            <a:chExt cx="7374240" cy="1723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31151" cy="1769569"/>
            </a:xfrm>
            <a:custGeom>
              <a:avLst/>
              <a:gdLst/>
              <a:ahLst/>
              <a:cxnLst/>
              <a:rect r="r" b="b" t="t" l="l"/>
              <a:pathLst>
                <a:path h="1769569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752964"/>
                  </a:lnTo>
                  <a:cubicBezTo>
                    <a:pt x="877316" y="788471"/>
                    <a:pt x="897636" y="835510"/>
                    <a:pt x="897636" y="882435"/>
                  </a:cubicBezTo>
                  <a:cubicBezTo>
                    <a:pt x="897636" y="929359"/>
                    <a:pt x="877951" y="975941"/>
                    <a:pt x="837819" y="1011905"/>
                  </a:cubicBezTo>
                  <a:lnTo>
                    <a:pt x="635" y="1769569"/>
                  </a:lnTo>
                  <a:lnTo>
                    <a:pt x="6464427" y="1769569"/>
                  </a:lnTo>
                  <a:lnTo>
                    <a:pt x="7431151" y="882435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42575" y="8260761"/>
            <a:ext cx="2902332" cy="650817"/>
            <a:chOff x="0" y="0"/>
            <a:chExt cx="7374240" cy="16535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1151" cy="1700121"/>
            </a:xfrm>
            <a:custGeom>
              <a:avLst/>
              <a:gdLst/>
              <a:ahLst/>
              <a:cxnLst/>
              <a:rect r="r" b="b" t="t" l="l"/>
              <a:pathLst>
                <a:path h="1700121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722615"/>
                  </a:lnTo>
                  <a:cubicBezTo>
                    <a:pt x="877316" y="756691"/>
                    <a:pt x="897636" y="801834"/>
                    <a:pt x="897636" y="846868"/>
                  </a:cubicBezTo>
                  <a:cubicBezTo>
                    <a:pt x="897636" y="891901"/>
                    <a:pt x="877951" y="936606"/>
                    <a:pt x="837819" y="971120"/>
                  </a:cubicBezTo>
                  <a:lnTo>
                    <a:pt x="635" y="1700121"/>
                  </a:lnTo>
                  <a:lnTo>
                    <a:pt x="6464427" y="1700121"/>
                  </a:lnTo>
                  <a:lnTo>
                    <a:pt x="7431151" y="846868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4348" y="512339"/>
            <a:ext cx="4089575" cy="206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3"/>
              </a:lnSpc>
              <a:spcBef>
                <a:spcPct val="0"/>
              </a:spcBef>
            </a:pPr>
            <a:r>
              <a:rPr lang="en-US" sz="7599" spc="26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Dash-board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88277" y="2983006"/>
            <a:ext cx="3465904" cy="37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profile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0942" y="2410334"/>
            <a:ext cx="2019811" cy="51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b="true" sz="2157" spc="19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General</a:t>
            </a:r>
          </a:p>
          <a:p>
            <a:pPr algn="ctr">
              <a:lnSpc>
                <a:spcPts val="2006"/>
              </a:lnSpc>
            </a:pPr>
            <a:r>
              <a:rPr lang="en-US" b="true" sz="2157" spc="19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Suggestions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00942" y="5500782"/>
            <a:ext cx="2019811" cy="51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6"/>
              </a:lnSpc>
            </a:pPr>
            <a:r>
              <a:rPr lang="en-US" b="true" sz="2157" spc="19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Gemini AI</a:t>
            </a:r>
          </a:p>
          <a:p>
            <a:pPr algn="ctr">
              <a:lnSpc>
                <a:spcPts val="2006"/>
              </a:lnSpc>
            </a:pPr>
            <a:r>
              <a:rPr lang="en-US" b="true" sz="2157" spc="19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ChatBot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88277" y="5879950"/>
            <a:ext cx="2073706" cy="5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Restaurant </a:t>
            </a:r>
          </a:p>
          <a:p>
            <a:pPr algn="ctr">
              <a:lnSpc>
                <a:spcPts val="2294"/>
              </a:lnSpc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Suggestion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92178" y="8298861"/>
            <a:ext cx="3465904" cy="61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Menu </a:t>
            </a:r>
          </a:p>
          <a:p>
            <a:pPr algn="ctr">
              <a:lnSpc>
                <a:spcPts val="2457"/>
              </a:lnSpc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Scanner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24002" y="2797059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04952" y="5698350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85902" y="8155986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58878" y="2204077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68403" y="5300757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29255" y="-1605523"/>
            <a:ext cx="2107691" cy="6267214"/>
            <a:chOff x="0" y="0"/>
            <a:chExt cx="870859" cy="258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859" cy="2589497"/>
            </a:xfrm>
            <a:custGeom>
              <a:avLst/>
              <a:gdLst/>
              <a:ahLst/>
              <a:cxnLst/>
              <a:rect r="r" b="b" t="t" l="l"/>
              <a:pathLst>
                <a:path h="2589497" w="870859">
                  <a:moveTo>
                    <a:pt x="118533" y="0"/>
                  </a:moveTo>
                  <a:lnTo>
                    <a:pt x="752326" y="0"/>
                  </a:lnTo>
                  <a:cubicBezTo>
                    <a:pt x="817790" y="0"/>
                    <a:pt x="870859" y="53069"/>
                    <a:pt x="870859" y="118533"/>
                  </a:cubicBezTo>
                  <a:lnTo>
                    <a:pt x="870859" y="2470964"/>
                  </a:lnTo>
                  <a:cubicBezTo>
                    <a:pt x="870859" y="2536428"/>
                    <a:pt x="817790" y="2589497"/>
                    <a:pt x="752326" y="2589497"/>
                  </a:cubicBezTo>
                  <a:lnTo>
                    <a:pt x="118533" y="2589497"/>
                  </a:lnTo>
                  <a:cubicBezTo>
                    <a:pt x="53069" y="2589497"/>
                    <a:pt x="0" y="2536428"/>
                    <a:pt x="0" y="2470964"/>
                  </a:cubicBezTo>
                  <a:lnTo>
                    <a:pt x="0" y="118533"/>
                  </a:lnTo>
                  <a:cubicBezTo>
                    <a:pt x="0" y="53069"/>
                    <a:pt x="53069" y="0"/>
                    <a:pt x="118533" y="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70859" cy="2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0220" y="172818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63538" y="1843991"/>
            <a:ext cx="5085285" cy="1281321"/>
            <a:chOff x="0" y="0"/>
            <a:chExt cx="6780380" cy="170842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80380" cy="1708428"/>
              <a:chOff x="0" y="0"/>
              <a:chExt cx="1339334" cy="33746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39334" cy="337467"/>
              </a:xfrm>
              <a:custGeom>
                <a:avLst/>
                <a:gdLst/>
                <a:ahLst/>
                <a:cxnLst/>
                <a:rect r="r" b="b" t="t" l="l"/>
                <a:pathLst>
                  <a:path h="337467" w="1339334">
                    <a:moveTo>
                      <a:pt x="65464" y="0"/>
                    </a:moveTo>
                    <a:lnTo>
                      <a:pt x="1273871" y="0"/>
                    </a:lnTo>
                    <a:cubicBezTo>
                      <a:pt x="1310025" y="0"/>
                      <a:pt x="1339334" y="29309"/>
                      <a:pt x="1339334" y="65464"/>
                    </a:cubicBezTo>
                    <a:lnTo>
                      <a:pt x="1339334" y="272003"/>
                    </a:lnTo>
                    <a:cubicBezTo>
                      <a:pt x="1339334" y="289365"/>
                      <a:pt x="1332437" y="306016"/>
                      <a:pt x="1320160" y="318293"/>
                    </a:cubicBezTo>
                    <a:cubicBezTo>
                      <a:pt x="1307884" y="330570"/>
                      <a:pt x="1291233" y="337467"/>
                      <a:pt x="1273871" y="337467"/>
                    </a:cubicBezTo>
                    <a:lnTo>
                      <a:pt x="65464" y="337467"/>
                    </a:lnTo>
                    <a:cubicBezTo>
                      <a:pt x="48102" y="337467"/>
                      <a:pt x="31451" y="330570"/>
                      <a:pt x="19174" y="318293"/>
                    </a:cubicBezTo>
                    <a:cubicBezTo>
                      <a:pt x="6897" y="306016"/>
                      <a:pt x="0" y="289365"/>
                      <a:pt x="0" y="272003"/>
                    </a:cubicBezTo>
                    <a:lnTo>
                      <a:pt x="0" y="65464"/>
                    </a:lnTo>
                    <a:cubicBezTo>
                      <a:pt x="0" y="48102"/>
                      <a:pt x="6897" y="31451"/>
                      <a:pt x="19174" y="19174"/>
                    </a:cubicBezTo>
                    <a:cubicBezTo>
                      <a:pt x="31451" y="6897"/>
                      <a:pt x="48102" y="0"/>
                      <a:pt x="6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1339334" cy="356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98858" y="710987"/>
              <a:ext cx="5976458" cy="667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5"/>
                </a:lnSpc>
              </a:pPr>
              <a:r>
                <a:rPr lang="en-US" sz="1489" spc="145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search your wanted tag here</a:t>
              </a:r>
            </a:p>
            <a:p>
              <a:pPr algn="l" marL="0" indent="0" lvl="0">
                <a:lnSpc>
                  <a:spcPts val="2055"/>
                </a:lnSpc>
                <a:spcBef>
                  <a:spcPct val="0"/>
                </a:spcBef>
              </a:pPr>
              <a:r>
                <a:rPr lang="en-US" sz="1489" spc="145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show related tags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8858" y="186828"/>
              <a:ext cx="4621206" cy="492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9"/>
                </a:lnSpc>
                <a:spcBef>
                  <a:spcPct val="0"/>
                </a:spcBef>
              </a:pPr>
              <a:r>
                <a:rPr lang="en-US" b="true" sz="2318" spc="227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 Search Bar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63538" y="6938160"/>
            <a:ext cx="5085285" cy="1281321"/>
            <a:chOff x="0" y="0"/>
            <a:chExt cx="6780380" cy="170842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780380" cy="1708428"/>
              <a:chOff x="0" y="0"/>
              <a:chExt cx="1339334" cy="33746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39334" cy="337467"/>
              </a:xfrm>
              <a:custGeom>
                <a:avLst/>
                <a:gdLst/>
                <a:ahLst/>
                <a:cxnLst/>
                <a:rect r="r" b="b" t="t" l="l"/>
                <a:pathLst>
                  <a:path h="337467" w="1339334">
                    <a:moveTo>
                      <a:pt x="65464" y="0"/>
                    </a:moveTo>
                    <a:lnTo>
                      <a:pt x="1273871" y="0"/>
                    </a:lnTo>
                    <a:cubicBezTo>
                      <a:pt x="1310025" y="0"/>
                      <a:pt x="1339334" y="29309"/>
                      <a:pt x="1339334" y="65464"/>
                    </a:cubicBezTo>
                    <a:lnTo>
                      <a:pt x="1339334" y="272003"/>
                    </a:lnTo>
                    <a:cubicBezTo>
                      <a:pt x="1339334" y="289365"/>
                      <a:pt x="1332437" y="306016"/>
                      <a:pt x="1320160" y="318293"/>
                    </a:cubicBezTo>
                    <a:cubicBezTo>
                      <a:pt x="1307884" y="330570"/>
                      <a:pt x="1291233" y="337467"/>
                      <a:pt x="1273871" y="337467"/>
                    </a:cubicBezTo>
                    <a:lnTo>
                      <a:pt x="65464" y="337467"/>
                    </a:lnTo>
                    <a:cubicBezTo>
                      <a:pt x="48102" y="337467"/>
                      <a:pt x="31451" y="330570"/>
                      <a:pt x="19174" y="318293"/>
                    </a:cubicBezTo>
                    <a:cubicBezTo>
                      <a:pt x="6897" y="306016"/>
                      <a:pt x="0" y="289365"/>
                      <a:pt x="0" y="272003"/>
                    </a:cubicBezTo>
                    <a:lnTo>
                      <a:pt x="0" y="65464"/>
                    </a:lnTo>
                    <a:cubicBezTo>
                      <a:pt x="0" y="48102"/>
                      <a:pt x="6897" y="31451"/>
                      <a:pt x="19174" y="19174"/>
                    </a:cubicBezTo>
                    <a:cubicBezTo>
                      <a:pt x="31451" y="6897"/>
                      <a:pt x="48102" y="0"/>
                      <a:pt x="6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339334" cy="3565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98858" y="710987"/>
              <a:ext cx="5976458" cy="667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5"/>
                </a:lnSpc>
              </a:pPr>
              <a:r>
                <a:rPr lang="en-US" sz="1489" spc="145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Press the cross to remove any tags </a:t>
              </a:r>
            </a:p>
            <a:p>
              <a:pPr algn="l" marL="0" indent="0" lvl="0">
                <a:lnSpc>
                  <a:spcPts val="2055"/>
                </a:lnSpc>
                <a:spcBef>
                  <a:spcPct val="0"/>
                </a:spcBef>
              </a:pPr>
              <a:r>
                <a:rPr lang="en-US" sz="1489" spc="145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You can have at most 5 tags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98858" y="186828"/>
              <a:ext cx="4621206" cy="492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9"/>
                </a:lnSpc>
                <a:spcBef>
                  <a:spcPct val="0"/>
                </a:spcBef>
              </a:pPr>
              <a:r>
                <a:rPr lang="en-US" b="true" sz="2318" spc="227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 Chosen Tags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4348" y="4881985"/>
            <a:ext cx="5047006" cy="1271676"/>
            <a:chOff x="0" y="0"/>
            <a:chExt cx="6729341" cy="169556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729341" cy="1695568"/>
              <a:chOff x="0" y="0"/>
              <a:chExt cx="1339334" cy="3374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39334" cy="337467"/>
              </a:xfrm>
              <a:custGeom>
                <a:avLst/>
                <a:gdLst/>
                <a:ahLst/>
                <a:cxnLst/>
                <a:rect r="r" b="b" t="t" l="l"/>
                <a:pathLst>
                  <a:path h="337467" w="1339334">
                    <a:moveTo>
                      <a:pt x="65464" y="0"/>
                    </a:moveTo>
                    <a:lnTo>
                      <a:pt x="1273871" y="0"/>
                    </a:lnTo>
                    <a:cubicBezTo>
                      <a:pt x="1310025" y="0"/>
                      <a:pt x="1339334" y="29309"/>
                      <a:pt x="1339334" y="65464"/>
                    </a:cubicBezTo>
                    <a:lnTo>
                      <a:pt x="1339334" y="272003"/>
                    </a:lnTo>
                    <a:cubicBezTo>
                      <a:pt x="1339334" y="289365"/>
                      <a:pt x="1332437" y="306016"/>
                      <a:pt x="1320160" y="318293"/>
                    </a:cubicBezTo>
                    <a:cubicBezTo>
                      <a:pt x="1307884" y="330570"/>
                      <a:pt x="1291233" y="337467"/>
                      <a:pt x="1273871" y="337467"/>
                    </a:cubicBezTo>
                    <a:lnTo>
                      <a:pt x="65464" y="337467"/>
                    </a:lnTo>
                    <a:cubicBezTo>
                      <a:pt x="48102" y="337467"/>
                      <a:pt x="31451" y="330570"/>
                      <a:pt x="19174" y="318293"/>
                    </a:cubicBezTo>
                    <a:cubicBezTo>
                      <a:pt x="6897" y="306016"/>
                      <a:pt x="0" y="289365"/>
                      <a:pt x="0" y="272003"/>
                    </a:cubicBezTo>
                    <a:lnTo>
                      <a:pt x="0" y="65464"/>
                    </a:lnTo>
                    <a:cubicBezTo>
                      <a:pt x="0" y="48102"/>
                      <a:pt x="6897" y="31451"/>
                      <a:pt x="19174" y="19174"/>
                    </a:cubicBezTo>
                    <a:cubicBezTo>
                      <a:pt x="31451" y="6897"/>
                      <a:pt x="48102" y="0"/>
                      <a:pt x="6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1339334" cy="3469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474981" indent="-237491" lvl="1">
                  <a:lnSpc>
                    <a:spcPts val="2860"/>
                  </a:lnSpc>
                  <a:buFont typeface="Arial"/>
                  <a:buChar char="•"/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95103" y="705420"/>
              <a:ext cx="5931470" cy="662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39"/>
                </a:lnSpc>
                <a:spcBef>
                  <a:spcPct val="0"/>
                </a:spcBef>
              </a:pPr>
              <a:r>
                <a:rPr lang="en-US" sz="1478" spc="144">
                  <a:solidFill>
                    <a:srgbClr val="231F2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Add new tag by tapping in the tag / plus sign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95103" y="185207"/>
              <a:ext cx="4586420" cy="488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4"/>
                </a:lnSpc>
                <a:spcBef>
                  <a:spcPct val="0"/>
                </a:spcBef>
              </a:pPr>
              <a:r>
                <a:rPr lang="en-US" b="true" sz="2300" spc="225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 Add Tags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139927" y="335257"/>
            <a:ext cx="5378509" cy="9616486"/>
          </a:xfrm>
          <a:custGeom>
            <a:avLst/>
            <a:gdLst/>
            <a:ahLst/>
            <a:cxnLst/>
            <a:rect r="r" b="b" t="t" l="l"/>
            <a:pathLst>
              <a:path h="9616486" w="5378509">
                <a:moveTo>
                  <a:pt x="0" y="0"/>
                </a:moveTo>
                <a:lnTo>
                  <a:pt x="5378509" y="0"/>
                </a:lnTo>
                <a:lnTo>
                  <a:pt x="5378509" y="9616486"/>
                </a:lnTo>
                <a:lnTo>
                  <a:pt x="0" y="961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1C5739"/>
            </a:solidFill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10302985" y="1727915"/>
            <a:ext cx="2260553" cy="775786"/>
            <a:chOff x="0" y="0"/>
            <a:chExt cx="3014071" cy="1034382"/>
          </a:xfrm>
        </p:grpSpPr>
        <p:sp>
          <p:nvSpPr>
            <p:cNvPr name="AutoShape 27" id="27"/>
            <p:cNvSpPr/>
            <p:nvPr/>
          </p:nvSpPr>
          <p:spPr>
            <a:xfrm flipH="true" flipV="true">
              <a:off x="25397" y="360"/>
              <a:ext cx="14307" cy="1008009"/>
            </a:xfrm>
            <a:prstGeom prst="line">
              <a:avLst/>
            </a:prstGeom>
            <a:ln cap="flat" w="50800">
              <a:solidFill>
                <a:srgbClr val="45A834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25397" y="1008982"/>
              <a:ext cx="2988674" cy="0"/>
            </a:xfrm>
            <a:prstGeom prst="line">
              <a:avLst/>
            </a:prstGeom>
            <a:ln cap="flat" w="50800">
              <a:solidFill>
                <a:srgbClr val="45A834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6460652" y="1904453"/>
            <a:ext cx="279688" cy="2441719"/>
          </a:xfrm>
          <a:custGeom>
            <a:avLst/>
            <a:gdLst/>
            <a:ahLst/>
            <a:cxnLst/>
            <a:rect r="r" b="b" t="t" l="l"/>
            <a:pathLst>
              <a:path h="2441719" w="279688">
                <a:moveTo>
                  <a:pt x="0" y="0"/>
                </a:moveTo>
                <a:lnTo>
                  <a:pt x="279688" y="0"/>
                </a:lnTo>
                <a:lnTo>
                  <a:pt x="279688" y="2441718"/>
                </a:lnTo>
                <a:lnTo>
                  <a:pt x="0" y="2441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 flipV="true">
            <a:off x="5741354" y="3125312"/>
            <a:ext cx="719298" cy="2392511"/>
          </a:xfrm>
          <a:prstGeom prst="line">
            <a:avLst/>
          </a:prstGeom>
          <a:ln cap="flat" w="38100">
            <a:solidFill>
              <a:srgbClr val="45A8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1917010" y="7578821"/>
            <a:ext cx="646528" cy="0"/>
          </a:xfrm>
          <a:prstGeom prst="line">
            <a:avLst/>
          </a:prstGeom>
          <a:ln cap="flat" w="38100">
            <a:solidFill>
              <a:srgbClr val="45A83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2" id="32"/>
          <p:cNvSpPr txBox="true"/>
          <p:nvPr/>
        </p:nvSpPr>
        <p:spPr>
          <a:xfrm rot="0">
            <a:off x="694348" y="512339"/>
            <a:ext cx="4089575" cy="206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3"/>
              </a:lnSpc>
              <a:spcBef>
                <a:spcPct val="0"/>
              </a:spcBef>
            </a:pPr>
            <a:r>
              <a:rPr lang="en-US" sz="7599" spc="26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User Profile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17422" y="715056"/>
            <a:ext cx="8853156" cy="8856888"/>
            <a:chOff x="0" y="0"/>
            <a:chExt cx="6832800" cy="6835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508"/>
              <a:ext cx="6832726" cy="6835140"/>
            </a:xfrm>
            <a:custGeom>
              <a:avLst/>
              <a:gdLst/>
              <a:ahLst/>
              <a:cxnLst/>
              <a:rect r="r" b="b" t="t" l="l"/>
              <a:pathLst>
                <a:path h="6835140" w="6832726">
                  <a:moveTo>
                    <a:pt x="3408807" y="6835140"/>
                  </a:moveTo>
                  <a:cubicBezTo>
                    <a:pt x="3385947" y="6835140"/>
                    <a:pt x="3370707" y="6812280"/>
                    <a:pt x="3370707" y="6797040"/>
                  </a:cubicBezTo>
                  <a:cubicBezTo>
                    <a:pt x="3370707" y="6774180"/>
                    <a:pt x="3385947" y="6758940"/>
                    <a:pt x="3408807" y="6758940"/>
                  </a:cubicBezTo>
                  <a:cubicBezTo>
                    <a:pt x="3424047" y="6758940"/>
                    <a:pt x="3446907" y="6774180"/>
                    <a:pt x="3446907" y="6797040"/>
                  </a:cubicBezTo>
                  <a:cubicBezTo>
                    <a:pt x="3446907" y="6812280"/>
                    <a:pt x="3424047" y="6835140"/>
                    <a:pt x="3408807" y="6835140"/>
                  </a:cubicBezTo>
                  <a:close/>
                  <a:moveTo>
                    <a:pt x="3584194" y="6789420"/>
                  </a:moveTo>
                  <a:cubicBezTo>
                    <a:pt x="3584194" y="6766560"/>
                    <a:pt x="3599434" y="6751320"/>
                    <a:pt x="3614674" y="6751320"/>
                  </a:cubicBezTo>
                  <a:cubicBezTo>
                    <a:pt x="3637534" y="6751320"/>
                    <a:pt x="3660394" y="6766560"/>
                    <a:pt x="3660394" y="6789420"/>
                  </a:cubicBezTo>
                  <a:cubicBezTo>
                    <a:pt x="3660394" y="6804660"/>
                    <a:pt x="3645154" y="6827520"/>
                    <a:pt x="3622294" y="6827520"/>
                  </a:cubicBezTo>
                  <a:cubicBezTo>
                    <a:pt x="3599434" y="6827520"/>
                    <a:pt x="3584194" y="6812280"/>
                    <a:pt x="3584194" y="6789420"/>
                  </a:cubicBezTo>
                  <a:close/>
                  <a:moveTo>
                    <a:pt x="3187700" y="6827520"/>
                  </a:moveTo>
                  <a:cubicBezTo>
                    <a:pt x="3172460" y="6827520"/>
                    <a:pt x="3149600" y="6804660"/>
                    <a:pt x="3157220" y="6781800"/>
                  </a:cubicBezTo>
                  <a:cubicBezTo>
                    <a:pt x="3157220" y="6766560"/>
                    <a:pt x="3172460" y="6751320"/>
                    <a:pt x="3195320" y="6751320"/>
                  </a:cubicBezTo>
                  <a:cubicBezTo>
                    <a:pt x="3218180" y="6751320"/>
                    <a:pt x="3233420" y="6766560"/>
                    <a:pt x="3233420" y="6789420"/>
                  </a:cubicBezTo>
                  <a:cubicBezTo>
                    <a:pt x="3225800" y="6812280"/>
                    <a:pt x="3210560" y="6827520"/>
                    <a:pt x="3195320" y="6827520"/>
                  </a:cubicBezTo>
                  <a:cubicBezTo>
                    <a:pt x="3195320" y="6827520"/>
                    <a:pt x="3187700" y="6827520"/>
                    <a:pt x="3187700" y="6827520"/>
                  </a:cubicBezTo>
                  <a:close/>
                  <a:moveTo>
                    <a:pt x="3797808" y="6774053"/>
                  </a:moveTo>
                  <a:cubicBezTo>
                    <a:pt x="3790188" y="6751193"/>
                    <a:pt x="3805428" y="6735953"/>
                    <a:pt x="3828288" y="6728333"/>
                  </a:cubicBezTo>
                  <a:cubicBezTo>
                    <a:pt x="3851148" y="6728333"/>
                    <a:pt x="3866388" y="6743573"/>
                    <a:pt x="3874008" y="6766433"/>
                  </a:cubicBezTo>
                  <a:cubicBezTo>
                    <a:pt x="3874008" y="6781673"/>
                    <a:pt x="3858768" y="6804533"/>
                    <a:pt x="3835908" y="6804533"/>
                  </a:cubicBezTo>
                  <a:cubicBezTo>
                    <a:pt x="3813048" y="6804533"/>
                    <a:pt x="3797808" y="6789293"/>
                    <a:pt x="3797808" y="6774053"/>
                  </a:cubicBezTo>
                  <a:close/>
                  <a:moveTo>
                    <a:pt x="2974213" y="6804533"/>
                  </a:moveTo>
                  <a:cubicBezTo>
                    <a:pt x="2951353" y="6804533"/>
                    <a:pt x="2936113" y="6781673"/>
                    <a:pt x="2943733" y="6758813"/>
                  </a:cubicBezTo>
                  <a:cubicBezTo>
                    <a:pt x="2943733" y="6743573"/>
                    <a:pt x="2966593" y="6728333"/>
                    <a:pt x="2981833" y="6728333"/>
                  </a:cubicBezTo>
                  <a:cubicBezTo>
                    <a:pt x="3004693" y="6728333"/>
                    <a:pt x="3019933" y="6751193"/>
                    <a:pt x="3019933" y="6774053"/>
                  </a:cubicBezTo>
                  <a:cubicBezTo>
                    <a:pt x="3012313" y="6789293"/>
                    <a:pt x="2997073" y="6804533"/>
                    <a:pt x="2981833" y="6804533"/>
                  </a:cubicBezTo>
                  <a:cubicBezTo>
                    <a:pt x="2974213" y="6804533"/>
                    <a:pt x="2974213" y="6804533"/>
                    <a:pt x="2974213" y="6804533"/>
                  </a:cubicBezTo>
                  <a:close/>
                  <a:moveTo>
                    <a:pt x="4011295" y="6743446"/>
                  </a:moveTo>
                  <a:cubicBezTo>
                    <a:pt x="4003675" y="6720586"/>
                    <a:pt x="4018915" y="6705346"/>
                    <a:pt x="4041775" y="6697726"/>
                  </a:cubicBezTo>
                  <a:cubicBezTo>
                    <a:pt x="4057015" y="6697726"/>
                    <a:pt x="4079875" y="6705346"/>
                    <a:pt x="4079875" y="6728206"/>
                  </a:cubicBezTo>
                  <a:cubicBezTo>
                    <a:pt x="4087495" y="6751066"/>
                    <a:pt x="4072255" y="6766306"/>
                    <a:pt x="4049395" y="6773926"/>
                  </a:cubicBezTo>
                  <a:cubicBezTo>
                    <a:pt x="4049395" y="6773926"/>
                    <a:pt x="4049395" y="6773926"/>
                    <a:pt x="4041775" y="6773926"/>
                  </a:cubicBezTo>
                  <a:cubicBezTo>
                    <a:pt x="4026535" y="6773926"/>
                    <a:pt x="4011295" y="6758686"/>
                    <a:pt x="4011295" y="6743446"/>
                  </a:cubicBezTo>
                  <a:close/>
                  <a:moveTo>
                    <a:pt x="2760599" y="6766306"/>
                  </a:moveTo>
                  <a:cubicBezTo>
                    <a:pt x="2737739" y="6766306"/>
                    <a:pt x="2730119" y="6743446"/>
                    <a:pt x="2730119" y="6728206"/>
                  </a:cubicBezTo>
                  <a:cubicBezTo>
                    <a:pt x="2737739" y="6705346"/>
                    <a:pt x="2752979" y="6690106"/>
                    <a:pt x="2775839" y="6697726"/>
                  </a:cubicBezTo>
                  <a:cubicBezTo>
                    <a:pt x="2798699" y="6697726"/>
                    <a:pt x="2806319" y="6720586"/>
                    <a:pt x="2806319" y="6735826"/>
                  </a:cubicBezTo>
                  <a:cubicBezTo>
                    <a:pt x="2798699" y="6758686"/>
                    <a:pt x="2783459" y="6773926"/>
                    <a:pt x="2768219" y="6773926"/>
                  </a:cubicBezTo>
                  <a:cubicBezTo>
                    <a:pt x="2768219" y="6773926"/>
                    <a:pt x="2760599" y="6773926"/>
                    <a:pt x="2760599" y="6766306"/>
                  </a:cubicBezTo>
                  <a:close/>
                  <a:moveTo>
                    <a:pt x="4217162" y="6697599"/>
                  </a:moveTo>
                  <a:cubicBezTo>
                    <a:pt x="4209542" y="6682359"/>
                    <a:pt x="4224782" y="6659499"/>
                    <a:pt x="4247642" y="6651879"/>
                  </a:cubicBezTo>
                  <a:cubicBezTo>
                    <a:pt x="4262882" y="6644259"/>
                    <a:pt x="4285742" y="6659499"/>
                    <a:pt x="4293362" y="6682359"/>
                  </a:cubicBezTo>
                  <a:cubicBezTo>
                    <a:pt x="4293362" y="6697599"/>
                    <a:pt x="4285742" y="6720459"/>
                    <a:pt x="4262882" y="6728079"/>
                  </a:cubicBezTo>
                  <a:cubicBezTo>
                    <a:pt x="4262882" y="6728079"/>
                    <a:pt x="4255262" y="6728079"/>
                    <a:pt x="4255262" y="6728079"/>
                  </a:cubicBezTo>
                  <a:cubicBezTo>
                    <a:pt x="4240022" y="6728079"/>
                    <a:pt x="4224782" y="6712839"/>
                    <a:pt x="4217162" y="6697599"/>
                  </a:cubicBezTo>
                  <a:close/>
                  <a:moveTo>
                    <a:pt x="2547112" y="6720459"/>
                  </a:moveTo>
                  <a:cubicBezTo>
                    <a:pt x="2531872" y="6712839"/>
                    <a:pt x="2516632" y="6697599"/>
                    <a:pt x="2524252" y="6674739"/>
                  </a:cubicBezTo>
                  <a:cubicBezTo>
                    <a:pt x="2524252" y="6651879"/>
                    <a:pt x="2547112" y="6644259"/>
                    <a:pt x="2569972" y="6644259"/>
                  </a:cubicBezTo>
                  <a:cubicBezTo>
                    <a:pt x="2585212" y="6651879"/>
                    <a:pt x="2600452" y="6674739"/>
                    <a:pt x="2592832" y="6697726"/>
                  </a:cubicBezTo>
                  <a:cubicBezTo>
                    <a:pt x="2592832" y="6712966"/>
                    <a:pt x="2577592" y="6720586"/>
                    <a:pt x="2562352" y="6720586"/>
                  </a:cubicBezTo>
                  <a:cubicBezTo>
                    <a:pt x="2554732" y="6720586"/>
                    <a:pt x="2554732" y="6720586"/>
                    <a:pt x="2547112" y="6720586"/>
                  </a:cubicBezTo>
                  <a:close/>
                  <a:moveTo>
                    <a:pt x="4423029" y="6644259"/>
                  </a:moveTo>
                  <a:cubicBezTo>
                    <a:pt x="4415409" y="6621399"/>
                    <a:pt x="4430649" y="6598539"/>
                    <a:pt x="4445889" y="6590792"/>
                  </a:cubicBezTo>
                  <a:cubicBezTo>
                    <a:pt x="4468749" y="6590792"/>
                    <a:pt x="4491609" y="6598412"/>
                    <a:pt x="4499229" y="6621272"/>
                  </a:cubicBezTo>
                  <a:cubicBezTo>
                    <a:pt x="4499229" y="6636512"/>
                    <a:pt x="4491609" y="6659372"/>
                    <a:pt x="4468749" y="6666992"/>
                  </a:cubicBezTo>
                  <a:cubicBezTo>
                    <a:pt x="4468749" y="6666992"/>
                    <a:pt x="4461129" y="6666992"/>
                    <a:pt x="4461129" y="6666992"/>
                  </a:cubicBezTo>
                  <a:cubicBezTo>
                    <a:pt x="4445889" y="6666992"/>
                    <a:pt x="4430649" y="6659372"/>
                    <a:pt x="4423029" y="6644132"/>
                  </a:cubicBezTo>
                  <a:close/>
                  <a:moveTo>
                    <a:pt x="2341118" y="6659372"/>
                  </a:moveTo>
                  <a:cubicBezTo>
                    <a:pt x="2318258" y="6651752"/>
                    <a:pt x="2310638" y="6628892"/>
                    <a:pt x="2318258" y="6613652"/>
                  </a:cubicBezTo>
                  <a:cubicBezTo>
                    <a:pt x="2325878" y="6590792"/>
                    <a:pt x="2348738" y="6583172"/>
                    <a:pt x="2363978" y="6590792"/>
                  </a:cubicBezTo>
                  <a:cubicBezTo>
                    <a:pt x="2386838" y="6590792"/>
                    <a:pt x="2394458" y="6613652"/>
                    <a:pt x="2386838" y="6636512"/>
                  </a:cubicBezTo>
                  <a:cubicBezTo>
                    <a:pt x="2386838" y="6651752"/>
                    <a:pt x="2371598" y="6659372"/>
                    <a:pt x="2356358" y="6659372"/>
                  </a:cubicBezTo>
                  <a:cubicBezTo>
                    <a:pt x="2348738" y="6659372"/>
                    <a:pt x="2348738" y="6659372"/>
                    <a:pt x="2341118" y="6659372"/>
                  </a:cubicBezTo>
                  <a:close/>
                  <a:moveTo>
                    <a:pt x="4628896" y="6567805"/>
                  </a:moveTo>
                  <a:cubicBezTo>
                    <a:pt x="4621276" y="6552565"/>
                    <a:pt x="4628896" y="6529705"/>
                    <a:pt x="4644136" y="6522085"/>
                  </a:cubicBezTo>
                  <a:cubicBezTo>
                    <a:pt x="4666996" y="6514465"/>
                    <a:pt x="4689856" y="6522085"/>
                    <a:pt x="4697476" y="6544945"/>
                  </a:cubicBezTo>
                  <a:cubicBezTo>
                    <a:pt x="4705096" y="6560185"/>
                    <a:pt x="4697476" y="6583045"/>
                    <a:pt x="4674616" y="6590665"/>
                  </a:cubicBezTo>
                  <a:cubicBezTo>
                    <a:pt x="4674616" y="6590665"/>
                    <a:pt x="4666996" y="6598285"/>
                    <a:pt x="4659376" y="6598285"/>
                  </a:cubicBezTo>
                  <a:cubicBezTo>
                    <a:pt x="4644136" y="6598285"/>
                    <a:pt x="4628896" y="6583045"/>
                    <a:pt x="4628896" y="6567805"/>
                  </a:cubicBezTo>
                  <a:close/>
                  <a:moveTo>
                    <a:pt x="2135251" y="6583045"/>
                  </a:moveTo>
                  <a:cubicBezTo>
                    <a:pt x="2120011" y="6575425"/>
                    <a:pt x="2112391" y="6552565"/>
                    <a:pt x="2120011" y="6537325"/>
                  </a:cubicBezTo>
                  <a:cubicBezTo>
                    <a:pt x="2127631" y="6514465"/>
                    <a:pt x="2150491" y="6506845"/>
                    <a:pt x="2165731" y="6514465"/>
                  </a:cubicBezTo>
                  <a:cubicBezTo>
                    <a:pt x="2188591" y="6522085"/>
                    <a:pt x="2196211" y="6544945"/>
                    <a:pt x="2188591" y="6560185"/>
                  </a:cubicBezTo>
                  <a:cubicBezTo>
                    <a:pt x="2180971" y="6575425"/>
                    <a:pt x="2165731" y="6590665"/>
                    <a:pt x="2150491" y="6590665"/>
                  </a:cubicBezTo>
                  <a:cubicBezTo>
                    <a:pt x="2150491" y="6590665"/>
                    <a:pt x="2142871" y="6590665"/>
                    <a:pt x="2135251" y="6583045"/>
                  </a:cubicBezTo>
                  <a:close/>
                  <a:moveTo>
                    <a:pt x="4827143" y="6491478"/>
                  </a:moveTo>
                  <a:cubicBezTo>
                    <a:pt x="4811903" y="6468618"/>
                    <a:pt x="4819523" y="6445758"/>
                    <a:pt x="4842383" y="6438011"/>
                  </a:cubicBezTo>
                  <a:cubicBezTo>
                    <a:pt x="4857623" y="6430391"/>
                    <a:pt x="4880483" y="6438011"/>
                    <a:pt x="4895723" y="6453251"/>
                  </a:cubicBezTo>
                  <a:cubicBezTo>
                    <a:pt x="4903343" y="6476111"/>
                    <a:pt x="4895723" y="6498971"/>
                    <a:pt x="4872863" y="6506718"/>
                  </a:cubicBezTo>
                  <a:cubicBezTo>
                    <a:pt x="4872863" y="6506718"/>
                    <a:pt x="4865243" y="6506718"/>
                    <a:pt x="4857623" y="6506718"/>
                  </a:cubicBezTo>
                  <a:cubicBezTo>
                    <a:pt x="4842383" y="6506718"/>
                    <a:pt x="4827143" y="6499098"/>
                    <a:pt x="4827143" y="6491478"/>
                  </a:cubicBezTo>
                  <a:close/>
                  <a:moveTo>
                    <a:pt x="1936877" y="6499098"/>
                  </a:moveTo>
                  <a:cubicBezTo>
                    <a:pt x="1921637" y="6491478"/>
                    <a:pt x="1914017" y="6468618"/>
                    <a:pt x="1921637" y="6445631"/>
                  </a:cubicBezTo>
                  <a:cubicBezTo>
                    <a:pt x="1929257" y="6430391"/>
                    <a:pt x="1952117" y="6422771"/>
                    <a:pt x="1974977" y="6430391"/>
                  </a:cubicBezTo>
                  <a:cubicBezTo>
                    <a:pt x="1990217" y="6438011"/>
                    <a:pt x="1997837" y="6460871"/>
                    <a:pt x="1990217" y="6476111"/>
                  </a:cubicBezTo>
                  <a:cubicBezTo>
                    <a:pt x="1982597" y="6491351"/>
                    <a:pt x="1967357" y="6498971"/>
                    <a:pt x="1959737" y="6498971"/>
                  </a:cubicBezTo>
                  <a:cubicBezTo>
                    <a:pt x="1952117" y="6498971"/>
                    <a:pt x="1944497" y="6498971"/>
                    <a:pt x="1936877" y="6498971"/>
                  </a:cubicBezTo>
                  <a:close/>
                  <a:moveTo>
                    <a:pt x="5017770" y="6392164"/>
                  </a:moveTo>
                  <a:cubicBezTo>
                    <a:pt x="5002530" y="6376924"/>
                    <a:pt x="5010150" y="6354064"/>
                    <a:pt x="5033010" y="6338697"/>
                  </a:cubicBezTo>
                  <a:cubicBezTo>
                    <a:pt x="5048250" y="6331077"/>
                    <a:pt x="5071110" y="6338697"/>
                    <a:pt x="5078730" y="6353937"/>
                  </a:cubicBezTo>
                  <a:cubicBezTo>
                    <a:pt x="5093970" y="6376797"/>
                    <a:pt x="5086350" y="6399657"/>
                    <a:pt x="5063490" y="6407404"/>
                  </a:cubicBezTo>
                  <a:cubicBezTo>
                    <a:pt x="5063490" y="6407404"/>
                    <a:pt x="5055870" y="6415024"/>
                    <a:pt x="5048250" y="6415024"/>
                  </a:cubicBezTo>
                  <a:cubicBezTo>
                    <a:pt x="5033010" y="6415024"/>
                    <a:pt x="5025390" y="6407404"/>
                    <a:pt x="5017770" y="6392164"/>
                  </a:cubicBezTo>
                  <a:close/>
                  <a:moveTo>
                    <a:pt x="1746250" y="6399784"/>
                  </a:moveTo>
                  <a:cubicBezTo>
                    <a:pt x="1731010" y="6384544"/>
                    <a:pt x="1723390" y="6361684"/>
                    <a:pt x="1731010" y="6346317"/>
                  </a:cubicBezTo>
                  <a:cubicBezTo>
                    <a:pt x="1746250" y="6323457"/>
                    <a:pt x="1769110" y="6323457"/>
                    <a:pt x="1784350" y="6331077"/>
                  </a:cubicBezTo>
                  <a:cubicBezTo>
                    <a:pt x="1807210" y="6338697"/>
                    <a:pt x="1807210" y="6361557"/>
                    <a:pt x="1799590" y="6384544"/>
                  </a:cubicBezTo>
                  <a:cubicBezTo>
                    <a:pt x="1791970" y="6392164"/>
                    <a:pt x="1776730" y="6399784"/>
                    <a:pt x="1769110" y="6399784"/>
                  </a:cubicBezTo>
                  <a:cubicBezTo>
                    <a:pt x="1761490" y="6399784"/>
                    <a:pt x="1753870" y="6399784"/>
                    <a:pt x="1746250" y="6399784"/>
                  </a:cubicBezTo>
                  <a:close/>
                  <a:moveTo>
                    <a:pt x="5200777" y="6285357"/>
                  </a:moveTo>
                  <a:cubicBezTo>
                    <a:pt x="5185537" y="6270117"/>
                    <a:pt x="5193157" y="6247257"/>
                    <a:pt x="5208397" y="6231890"/>
                  </a:cubicBezTo>
                  <a:cubicBezTo>
                    <a:pt x="5231257" y="6224270"/>
                    <a:pt x="5254117" y="6224270"/>
                    <a:pt x="5261737" y="6247130"/>
                  </a:cubicBezTo>
                  <a:cubicBezTo>
                    <a:pt x="5276977" y="6262370"/>
                    <a:pt x="5269357" y="6285230"/>
                    <a:pt x="5254117" y="6292850"/>
                  </a:cubicBezTo>
                  <a:cubicBezTo>
                    <a:pt x="5246497" y="6300470"/>
                    <a:pt x="5238877" y="6300470"/>
                    <a:pt x="5231257" y="6300470"/>
                  </a:cubicBezTo>
                  <a:cubicBezTo>
                    <a:pt x="5223637" y="6300470"/>
                    <a:pt x="5208397" y="6292850"/>
                    <a:pt x="5200777" y="6285230"/>
                  </a:cubicBezTo>
                  <a:close/>
                  <a:moveTo>
                    <a:pt x="1563243" y="6285230"/>
                  </a:moveTo>
                  <a:cubicBezTo>
                    <a:pt x="1548003" y="6269990"/>
                    <a:pt x="1540383" y="6247130"/>
                    <a:pt x="1548003" y="6231763"/>
                  </a:cubicBezTo>
                  <a:cubicBezTo>
                    <a:pt x="1563243" y="6216523"/>
                    <a:pt x="1586103" y="6208903"/>
                    <a:pt x="1601343" y="6224143"/>
                  </a:cubicBezTo>
                  <a:cubicBezTo>
                    <a:pt x="1624203" y="6231763"/>
                    <a:pt x="1624203" y="6254623"/>
                    <a:pt x="1616583" y="6277610"/>
                  </a:cubicBezTo>
                  <a:cubicBezTo>
                    <a:pt x="1608963" y="6285230"/>
                    <a:pt x="1593723" y="6292850"/>
                    <a:pt x="1586103" y="6292850"/>
                  </a:cubicBezTo>
                  <a:cubicBezTo>
                    <a:pt x="1578483" y="6292850"/>
                    <a:pt x="1570863" y="6292850"/>
                    <a:pt x="1563243" y="6285230"/>
                  </a:cubicBezTo>
                  <a:close/>
                  <a:moveTo>
                    <a:pt x="5376164" y="6163183"/>
                  </a:moveTo>
                  <a:cubicBezTo>
                    <a:pt x="5368544" y="6147943"/>
                    <a:pt x="5368544" y="6125083"/>
                    <a:pt x="5383784" y="6109716"/>
                  </a:cubicBezTo>
                  <a:cubicBezTo>
                    <a:pt x="5406644" y="6102096"/>
                    <a:pt x="5429504" y="6102096"/>
                    <a:pt x="5437124" y="6117336"/>
                  </a:cubicBezTo>
                  <a:cubicBezTo>
                    <a:pt x="5452364" y="6140196"/>
                    <a:pt x="5452364" y="6163056"/>
                    <a:pt x="5429504" y="6170803"/>
                  </a:cubicBezTo>
                  <a:cubicBezTo>
                    <a:pt x="5421884" y="6178423"/>
                    <a:pt x="5414264" y="6178423"/>
                    <a:pt x="5406644" y="6178423"/>
                  </a:cubicBezTo>
                  <a:cubicBezTo>
                    <a:pt x="5399024" y="6178423"/>
                    <a:pt x="5383784" y="6178423"/>
                    <a:pt x="5376164" y="6163183"/>
                  </a:cubicBezTo>
                  <a:close/>
                  <a:moveTo>
                    <a:pt x="1387856" y="6163183"/>
                  </a:moveTo>
                  <a:cubicBezTo>
                    <a:pt x="1364996" y="6147943"/>
                    <a:pt x="1364996" y="6125083"/>
                    <a:pt x="1380236" y="6109716"/>
                  </a:cubicBezTo>
                  <a:cubicBezTo>
                    <a:pt x="1387856" y="6094476"/>
                    <a:pt x="1410716" y="6086856"/>
                    <a:pt x="1425956" y="6102096"/>
                  </a:cubicBezTo>
                  <a:cubicBezTo>
                    <a:pt x="1448816" y="6109716"/>
                    <a:pt x="1448816" y="6140196"/>
                    <a:pt x="1441196" y="6155563"/>
                  </a:cubicBezTo>
                  <a:cubicBezTo>
                    <a:pt x="1433576" y="6163183"/>
                    <a:pt x="1418336" y="6170803"/>
                    <a:pt x="1410716" y="6170803"/>
                  </a:cubicBezTo>
                  <a:cubicBezTo>
                    <a:pt x="1395476" y="6170803"/>
                    <a:pt x="1387856" y="6163183"/>
                    <a:pt x="1387856" y="6163183"/>
                  </a:cubicBezTo>
                  <a:close/>
                  <a:moveTo>
                    <a:pt x="5551551" y="6033516"/>
                  </a:moveTo>
                  <a:cubicBezTo>
                    <a:pt x="5536311" y="6018276"/>
                    <a:pt x="5536311" y="5995416"/>
                    <a:pt x="5551551" y="5980049"/>
                  </a:cubicBezTo>
                  <a:cubicBezTo>
                    <a:pt x="5566791" y="5964809"/>
                    <a:pt x="5597271" y="5972429"/>
                    <a:pt x="5604891" y="5987669"/>
                  </a:cubicBezTo>
                  <a:cubicBezTo>
                    <a:pt x="5620131" y="6002909"/>
                    <a:pt x="5620131" y="6025769"/>
                    <a:pt x="5604891" y="6041136"/>
                  </a:cubicBezTo>
                  <a:cubicBezTo>
                    <a:pt x="5597271" y="6048756"/>
                    <a:pt x="5589651" y="6048756"/>
                    <a:pt x="5574411" y="6048756"/>
                  </a:cubicBezTo>
                  <a:cubicBezTo>
                    <a:pt x="5566791" y="6048756"/>
                    <a:pt x="5559171" y="6041136"/>
                    <a:pt x="5551551" y="6033516"/>
                  </a:cubicBezTo>
                  <a:close/>
                  <a:moveTo>
                    <a:pt x="1212469" y="6025896"/>
                  </a:moveTo>
                  <a:cubicBezTo>
                    <a:pt x="1197229" y="6010656"/>
                    <a:pt x="1197229" y="5987796"/>
                    <a:pt x="1212469" y="5972429"/>
                  </a:cubicBezTo>
                  <a:cubicBezTo>
                    <a:pt x="1220089" y="5957189"/>
                    <a:pt x="1250569" y="5957189"/>
                    <a:pt x="1265809" y="5972429"/>
                  </a:cubicBezTo>
                  <a:cubicBezTo>
                    <a:pt x="1281049" y="5980049"/>
                    <a:pt x="1281049" y="6002909"/>
                    <a:pt x="1265809" y="6025896"/>
                  </a:cubicBezTo>
                  <a:cubicBezTo>
                    <a:pt x="1258189" y="6033516"/>
                    <a:pt x="1250569" y="6033516"/>
                    <a:pt x="1235329" y="6033516"/>
                  </a:cubicBezTo>
                  <a:cubicBezTo>
                    <a:pt x="1227709" y="6033516"/>
                    <a:pt x="1220089" y="6033516"/>
                    <a:pt x="1212469" y="6025896"/>
                  </a:cubicBezTo>
                  <a:close/>
                  <a:moveTo>
                    <a:pt x="5711698" y="5896229"/>
                  </a:moveTo>
                  <a:cubicBezTo>
                    <a:pt x="5696458" y="5880989"/>
                    <a:pt x="5696458" y="5858129"/>
                    <a:pt x="5711698" y="5842762"/>
                  </a:cubicBezTo>
                  <a:cubicBezTo>
                    <a:pt x="5726938" y="5827522"/>
                    <a:pt x="5749798" y="5827522"/>
                    <a:pt x="5765038" y="5842762"/>
                  </a:cubicBezTo>
                  <a:cubicBezTo>
                    <a:pt x="5780278" y="5858002"/>
                    <a:pt x="5780278" y="5880862"/>
                    <a:pt x="5765038" y="5896229"/>
                  </a:cubicBezTo>
                  <a:cubicBezTo>
                    <a:pt x="5757418" y="5903849"/>
                    <a:pt x="5749798" y="5903849"/>
                    <a:pt x="5734558" y="5903849"/>
                  </a:cubicBezTo>
                  <a:cubicBezTo>
                    <a:pt x="5726938" y="5903849"/>
                    <a:pt x="5719318" y="5903849"/>
                    <a:pt x="5711698" y="5896229"/>
                  </a:cubicBezTo>
                  <a:close/>
                  <a:moveTo>
                    <a:pt x="1052322" y="5880989"/>
                  </a:moveTo>
                  <a:cubicBezTo>
                    <a:pt x="1037082" y="5865749"/>
                    <a:pt x="1037082" y="5842889"/>
                    <a:pt x="1052322" y="5827522"/>
                  </a:cubicBezTo>
                  <a:cubicBezTo>
                    <a:pt x="1067562" y="5812282"/>
                    <a:pt x="1090422" y="5812282"/>
                    <a:pt x="1105662" y="5827522"/>
                  </a:cubicBezTo>
                  <a:cubicBezTo>
                    <a:pt x="1120902" y="5842762"/>
                    <a:pt x="1120902" y="5865622"/>
                    <a:pt x="1105662" y="5880989"/>
                  </a:cubicBezTo>
                  <a:cubicBezTo>
                    <a:pt x="1098042" y="5888609"/>
                    <a:pt x="1090422" y="5896229"/>
                    <a:pt x="1082802" y="5896229"/>
                  </a:cubicBezTo>
                  <a:cubicBezTo>
                    <a:pt x="1067562" y="5896229"/>
                    <a:pt x="1059942" y="5888609"/>
                    <a:pt x="1052322" y="5880989"/>
                  </a:cubicBezTo>
                  <a:close/>
                  <a:moveTo>
                    <a:pt x="5864225" y="5743702"/>
                  </a:moveTo>
                  <a:cubicBezTo>
                    <a:pt x="5848985" y="5728462"/>
                    <a:pt x="5848985" y="5705602"/>
                    <a:pt x="5864225" y="5690235"/>
                  </a:cubicBezTo>
                  <a:cubicBezTo>
                    <a:pt x="5871845" y="5674995"/>
                    <a:pt x="5902325" y="5674995"/>
                    <a:pt x="5917565" y="5690235"/>
                  </a:cubicBezTo>
                  <a:cubicBezTo>
                    <a:pt x="5932805" y="5705475"/>
                    <a:pt x="5932805" y="5728335"/>
                    <a:pt x="5917565" y="5743702"/>
                  </a:cubicBezTo>
                  <a:cubicBezTo>
                    <a:pt x="5909945" y="5751322"/>
                    <a:pt x="5902325" y="5751322"/>
                    <a:pt x="5887085" y="5751322"/>
                  </a:cubicBezTo>
                  <a:cubicBezTo>
                    <a:pt x="5879465" y="5751322"/>
                    <a:pt x="5871845" y="5751322"/>
                    <a:pt x="5864225" y="5743702"/>
                  </a:cubicBezTo>
                  <a:close/>
                  <a:moveTo>
                    <a:pt x="899795" y="5728462"/>
                  </a:moveTo>
                  <a:cubicBezTo>
                    <a:pt x="884555" y="5713222"/>
                    <a:pt x="892175" y="5690362"/>
                    <a:pt x="907415" y="5674995"/>
                  </a:cubicBezTo>
                  <a:cubicBezTo>
                    <a:pt x="922655" y="5659755"/>
                    <a:pt x="945515" y="5659755"/>
                    <a:pt x="960755" y="5674995"/>
                  </a:cubicBezTo>
                  <a:cubicBezTo>
                    <a:pt x="975995" y="5690235"/>
                    <a:pt x="968375" y="5713095"/>
                    <a:pt x="953135" y="5728462"/>
                  </a:cubicBezTo>
                  <a:cubicBezTo>
                    <a:pt x="945515" y="5736082"/>
                    <a:pt x="937895" y="5736082"/>
                    <a:pt x="930275" y="5736082"/>
                  </a:cubicBezTo>
                  <a:cubicBezTo>
                    <a:pt x="922655" y="5736082"/>
                    <a:pt x="907415" y="5736082"/>
                    <a:pt x="899795" y="5728462"/>
                  </a:cubicBezTo>
                  <a:close/>
                  <a:moveTo>
                    <a:pt x="6009132" y="5583555"/>
                  </a:moveTo>
                  <a:cubicBezTo>
                    <a:pt x="5986272" y="5568315"/>
                    <a:pt x="5986272" y="5545455"/>
                    <a:pt x="6001512" y="5530088"/>
                  </a:cubicBezTo>
                  <a:cubicBezTo>
                    <a:pt x="6016752" y="5514848"/>
                    <a:pt x="6039612" y="5514848"/>
                    <a:pt x="6054852" y="5522468"/>
                  </a:cubicBezTo>
                  <a:cubicBezTo>
                    <a:pt x="6070092" y="5537708"/>
                    <a:pt x="6070092" y="5560568"/>
                    <a:pt x="6062472" y="5575935"/>
                  </a:cubicBezTo>
                  <a:cubicBezTo>
                    <a:pt x="6054852" y="5591175"/>
                    <a:pt x="6039612" y="5591175"/>
                    <a:pt x="6031992" y="5591175"/>
                  </a:cubicBezTo>
                  <a:cubicBezTo>
                    <a:pt x="6024372" y="5591175"/>
                    <a:pt x="6009132" y="5591175"/>
                    <a:pt x="6009132" y="5583555"/>
                  </a:cubicBezTo>
                  <a:close/>
                  <a:moveTo>
                    <a:pt x="762508" y="5560695"/>
                  </a:moveTo>
                  <a:cubicBezTo>
                    <a:pt x="747268" y="5545455"/>
                    <a:pt x="747268" y="5522595"/>
                    <a:pt x="762508" y="5507228"/>
                  </a:cubicBezTo>
                  <a:cubicBezTo>
                    <a:pt x="785368" y="5499608"/>
                    <a:pt x="808228" y="5499608"/>
                    <a:pt x="823468" y="5514848"/>
                  </a:cubicBezTo>
                  <a:cubicBezTo>
                    <a:pt x="831088" y="5530088"/>
                    <a:pt x="831088" y="5552948"/>
                    <a:pt x="815848" y="5568315"/>
                  </a:cubicBezTo>
                  <a:cubicBezTo>
                    <a:pt x="808228" y="5575935"/>
                    <a:pt x="800608" y="5575935"/>
                    <a:pt x="792988" y="5575935"/>
                  </a:cubicBezTo>
                  <a:cubicBezTo>
                    <a:pt x="777748" y="5575935"/>
                    <a:pt x="770128" y="5575935"/>
                    <a:pt x="762508" y="5560695"/>
                  </a:cubicBezTo>
                  <a:close/>
                  <a:moveTo>
                    <a:pt x="6138799" y="5415788"/>
                  </a:moveTo>
                  <a:cubicBezTo>
                    <a:pt x="6123559" y="5400548"/>
                    <a:pt x="6115939" y="5377688"/>
                    <a:pt x="6131179" y="5362321"/>
                  </a:cubicBezTo>
                  <a:cubicBezTo>
                    <a:pt x="6138799" y="5347081"/>
                    <a:pt x="6161659" y="5339461"/>
                    <a:pt x="6184519" y="5354701"/>
                  </a:cubicBezTo>
                  <a:cubicBezTo>
                    <a:pt x="6199759" y="5369941"/>
                    <a:pt x="6199759" y="5392801"/>
                    <a:pt x="6192139" y="5408168"/>
                  </a:cubicBezTo>
                  <a:cubicBezTo>
                    <a:pt x="6184519" y="5415788"/>
                    <a:pt x="6169279" y="5423408"/>
                    <a:pt x="6161659" y="5423408"/>
                  </a:cubicBezTo>
                  <a:cubicBezTo>
                    <a:pt x="6154039" y="5423408"/>
                    <a:pt x="6146419" y="5423408"/>
                    <a:pt x="6138799" y="5415788"/>
                  </a:cubicBezTo>
                  <a:close/>
                  <a:moveTo>
                    <a:pt x="632841" y="5392928"/>
                  </a:moveTo>
                  <a:cubicBezTo>
                    <a:pt x="617601" y="5370068"/>
                    <a:pt x="625221" y="5347208"/>
                    <a:pt x="640461" y="5339461"/>
                  </a:cubicBezTo>
                  <a:cubicBezTo>
                    <a:pt x="655701" y="5324221"/>
                    <a:pt x="678561" y="5331841"/>
                    <a:pt x="693801" y="5347081"/>
                  </a:cubicBezTo>
                  <a:cubicBezTo>
                    <a:pt x="701421" y="5362321"/>
                    <a:pt x="701421" y="5385181"/>
                    <a:pt x="686181" y="5400548"/>
                  </a:cubicBezTo>
                  <a:cubicBezTo>
                    <a:pt x="678561" y="5408168"/>
                    <a:pt x="670941" y="5408168"/>
                    <a:pt x="663321" y="5408168"/>
                  </a:cubicBezTo>
                  <a:cubicBezTo>
                    <a:pt x="648081" y="5408168"/>
                    <a:pt x="640461" y="5400548"/>
                    <a:pt x="632841" y="5392928"/>
                  </a:cubicBezTo>
                  <a:close/>
                  <a:moveTo>
                    <a:pt x="6260719" y="5240401"/>
                  </a:moveTo>
                  <a:cubicBezTo>
                    <a:pt x="6237859" y="5225161"/>
                    <a:pt x="6237859" y="5202301"/>
                    <a:pt x="6245479" y="5186934"/>
                  </a:cubicBezTo>
                  <a:cubicBezTo>
                    <a:pt x="6260719" y="5171694"/>
                    <a:pt x="6283579" y="5164074"/>
                    <a:pt x="6298819" y="5171694"/>
                  </a:cubicBezTo>
                  <a:cubicBezTo>
                    <a:pt x="6314059" y="5186934"/>
                    <a:pt x="6321679" y="5209794"/>
                    <a:pt x="6314059" y="5225161"/>
                  </a:cubicBezTo>
                  <a:cubicBezTo>
                    <a:pt x="6306439" y="5240401"/>
                    <a:pt x="6291199" y="5248021"/>
                    <a:pt x="6275959" y="5248021"/>
                  </a:cubicBezTo>
                  <a:cubicBezTo>
                    <a:pt x="6275959" y="5248021"/>
                    <a:pt x="6268339" y="5240401"/>
                    <a:pt x="6260719" y="5240401"/>
                  </a:cubicBezTo>
                  <a:close/>
                  <a:moveTo>
                    <a:pt x="510794" y="5209921"/>
                  </a:moveTo>
                  <a:cubicBezTo>
                    <a:pt x="495554" y="5194681"/>
                    <a:pt x="503174" y="5171821"/>
                    <a:pt x="526034" y="5156454"/>
                  </a:cubicBezTo>
                  <a:cubicBezTo>
                    <a:pt x="541274" y="5148834"/>
                    <a:pt x="564134" y="5148834"/>
                    <a:pt x="571754" y="5171694"/>
                  </a:cubicBezTo>
                  <a:cubicBezTo>
                    <a:pt x="586994" y="5186934"/>
                    <a:pt x="579374" y="5209794"/>
                    <a:pt x="564134" y="5225161"/>
                  </a:cubicBezTo>
                  <a:cubicBezTo>
                    <a:pt x="556514" y="5225161"/>
                    <a:pt x="548894" y="5225161"/>
                    <a:pt x="541274" y="5225161"/>
                  </a:cubicBezTo>
                  <a:cubicBezTo>
                    <a:pt x="526034" y="5225161"/>
                    <a:pt x="518414" y="5225161"/>
                    <a:pt x="510794" y="5209921"/>
                  </a:cubicBezTo>
                  <a:close/>
                  <a:moveTo>
                    <a:pt x="6367526" y="5057394"/>
                  </a:moveTo>
                  <a:cubicBezTo>
                    <a:pt x="6352286" y="5042154"/>
                    <a:pt x="6344666" y="5019294"/>
                    <a:pt x="6352286" y="5003927"/>
                  </a:cubicBezTo>
                  <a:cubicBezTo>
                    <a:pt x="6367526" y="4988687"/>
                    <a:pt x="6390386" y="4981067"/>
                    <a:pt x="6405626" y="4988687"/>
                  </a:cubicBezTo>
                  <a:cubicBezTo>
                    <a:pt x="6420866" y="4996307"/>
                    <a:pt x="6428486" y="5019167"/>
                    <a:pt x="6420866" y="5042154"/>
                  </a:cubicBezTo>
                  <a:cubicBezTo>
                    <a:pt x="6413246" y="5049774"/>
                    <a:pt x="6398006" y="5057394"/>
                    <a:pt x="6390386" y="5057394"/>
                  </a:cubicBezTo>
                  <a:cubicBezTo>
                    <a:pt x="6382766" y="5057394"/>
                    <a:pt x="6375146" y="5057394"/>
                    <a:pt x="6367526" y="5057394"/>
                  </a:cubicBezTo>
                  <a:close/>
                  <a:moveTo>
                    <a:pt x="404114" y="5019294"/>
                  </a:moveTo>
                  <a:cubicBezTo>
                    <a:pt x="388874" y="5004054"/>
                    <a:pt x="396494" y="4981194"/>
                    <a:pt x="419354" y="4973574"/>
                  </a:cubicBezTo>
                  <a:cubicBezTo>
                    <a:pt x="434594" y="4958334"/>
                    <a:pt x="457454" y="4965954"/>
                    <a:pt x="472694" y="4988814"/>
                  </a:cubicBezTo>
                  <a:cubicBezTo>
                    <a:pt x="480314" y="5004054"/>
                    <a:pt x="472694" y="5026914"/>
                    <a:pt x="449834" y="5034534"/>
                  </a:cubicBezTo>
                  <a:cubicBezTo>
                    <a:pt x="449834" y="5042154"/>
                    <a:pt x="442214" y="5042154"/>
                    <a:pt x="434594" y="5042154"/>
                  </a:cubicBezTo>
                  <a:cubicBezTo>
                    <a:pt x="419354" y="5042154"/>
                    <a:pt x="411734" y="5034534"/>
                    <a:pt x="404114" y="5019294"/>
                  </a:cubicBezTo>
                  <a:close/>
                  <a:moveTo>
                    <a:pt x="6466713" y="4866767"/>
                  </a:moveTo>
                  <a:cubicBezTo>
                    <a:pt x="6451473" y="4859147"/>
                    <a:pt x="6436233" y="4836287"/>
                    <a:pt x="6451473" y="4813300"/>
                  </a:cubicBezTo>
                  <a:cubicBezTo>
                    <a:pt x="6459093" y="4798060"/>
                    <a:pt x="6481953" y="4790440"/>
                    <a:pt x="6497193" y="4798060"/>
                  </a:cubicBezTo>
                  <a:cubicBezTo>
                    <a:pt x="6520053" y="4805680"/>
                    <a:pt x="6527673" y="4828540"/>
                    <a:pt x="6520053" y="4843780"/>
                  </a:cubicBezTo>
                  <a:cubicBezTo>
                    <a:pt x="6512433" y="4859020"/>
                    <a:pt x="6497193" y="4866640"/>
                    <a:pt x="6481953" y="4866640"/>
                  </a:cubicBezTo>
                  <a:cubicBezTo>
                    <a:pt x="6474333" y="4866640"/>
                    <a:pt x="6474333" y="4866640"/>
                    <a:pt x="6466713" y="4866640"/>
                  </a:cubicBezTo>
                  <a:close/>
                  <a:moveTo>
                    <a:pt x="305054" y="4828540"/>
                  </a:moveTo>
                  <a:cubicBezTo>
                    <a:pt x="297434" y="4805680"/>
                    <a:pt x="305054" y="4782820"/>
                    <a:pt x="327914" y="4775073"/>
                  </a:cubicBezTo>
                  <a:cubicBezTo>
                    <a:pt x="343154" y="4767453"/>
                    <a:pt x="366014" y="4775073"/>
                    <a:pt x="373634" y="4797933"/>
                  </a:cubicBezTo>
                  <a:cubicBezTo>
                    <a:pt x="381254" y="4813173"/>
                    <a:pt x="373634" y="4836033"/>
                    <a:pt x="358394" y="4843653"/>
                  </a:cubicBezTo>
                  <a:cubicBezTo>
                    <a:pt x="350774" y="4851273"/>
                    <a:pt x="343154" y="4851273"/>
                    <a:pt x="343154" y="4851273"/>
                  </a:cubicBezTo>
                  <a:cubicBezTo>
                    <a:pt x="327914" y="4851273"/>
                    <a:pt x="312674" y="4843653"/>
                    <a:pt x="305054" y="4828413"/>
                  </a:cubicBezTo>
                  <a:close/>
                  <a:moveTo>
                    <a:pt x="6550660" y="4668520"/>
                  </a:moveTo>
                  <a:cubicBezTo>
                    <a:pt x="6535420" y="4660900"/>
                    <a:pt x="6520180" y="4638040"/>
                    <a:pt x="6527800" y="4622800"/>
                  </a:cubicBezTo>
                  <a:cubicBezTo>
                    <a:pt x="6535420" y="4599940"/>
                    <a:pt x="6558280" y="4592320"/>
                    <a:pt x="6581140" y="4599940"/>
                  </a:cubicBezTo>
                  <a:cubicBezTo>
                    <a:pt x="6604000" y="4607560"/>
                    <a:pt x="6611620" y="4630420"/>
                    <a:pt x="6604000" y="4645660"/>
                  </a:cubicBezTo>
                  <a:cubicBezTo>
                    <a:pt x="6596380" y="4660900"/>
                    <a:pt x="6581140" y="4668520"/>
                    <a:pt x="6565900" y="4668520"/>
                  </a:cubicBezTo>
                  <a:cubicBezTo>
                    <a:pt x="6565900" y="4668520"/>
                    <a:pt x="6558280" y="4668520"/>
                    <a:pt x="6550660" y="4668520"/>
                  </a:cubicBezTo>
                  <a:close/>
                  <a:moveTo>
                    <a:pt x="221107" y="4630420"/>
                  </a:moveTo>
                  <a:cubicBezTo>
                    <a:pt x="213487" y="4607560"/>
                    <a:pt x="228727" y="4584700"/>
                    <a:pt x="243967" y="4576953"/>
                  </a:cubicBezTo>
                  <a:cubicBezTo>
                    <a:pt x="266827" y="4569333"/>
                    <a:pt x="289687" y="4584573"/>
                    <a:pt x="297307" y="4599813"/>
                  </a:cubicBezTo>
                  <a:cubicBezTo>
                    <a:pt x="304927" y="4622673"/>
                    <a:pt x="289687" y="4645533"/>
                    <a:pt x="274447" y="4653280"/>
                  </a:cubicBezTo>
                  <a:cubicBezTo>
                    <a:pt x="266827" y="4653280"/>
                    <a:pt x="266827" y="4653280"/>
                    <a:pt x="259207" y="4653280"/>
                  </a:cubicBezTo>
                  <a:cubicBezTo>
                    <a:pt x="243967" y="4653280"/>
                    <a:pt x="228727" y="4645660"/>
                    <a:pt x="221107" y="4630420"/>
                  </a:cubicBezTo>
                  <a:close/>
                  <a:moveTo>
                    <a:pt x="6626860" y="4470146"/>
                  </a:moveTo>
                  <a:cubicBezTo>
                    <a:pt x="6604000" y="4462526"/>
                    <a:pt x="6596380" y="4439666"/>
                    <a:pt x="6604000" y="4416679"/>
                  </a:cubicBezTo>
                  <a:cubicBezTo>
                    <a:pt x="6604000" y="4401439"/>
                    <a:pt x="6626860" y="4386199"/>
                    <a:pt x="6649720" y="4393819"/>
                  </a:cubicBezTo>
                  <a:cubicBezTo>
                    <a:pt x="6672580" y="4401439"/>
                    <a:pt x="6680200" y="4424299"/>
                    <a:pt x="6672580" y="4439539"/>
                  </a:cubicBezTo>
                  <a:cubicBezTo>
                    <a:pt x="6672580" y="4454779"/>
                    <a:pt x="6657340" y="4470019"/>
                    <a:pt x="6634480" y="4470019"/>
                  </a:cubicBezTo>
                  <a:cubicBezTo>
                    <a:pt x="6634480" y="4470019"/>
                    <a:pt x="6626860" y="4470019"/>
                    <a:pt x="6626860" y="4470019"/>
                  </a:cubicBezTo>
                  <a:close/>
                  <a:moveTo>
                    <a:pt x="152527" y="4424299"/>
                  </a:moveTo>
                  <a:cubicBezTo>
                    <a:pt x="144907" y="4401439"/>
                    <a:pt x="160147" y="4378579"/>
                    <a:pt x="175387" y="4378579"/>
                  </a:cubicBezTo>
                  <a:cubicBezTo>
                    <a:pt x="198247" y="4370959"/>
                    <a:pt x="221107" y="4378579"/>
                    <a:pt x="228727" y="4401439"/>
                  </a:cubicBezTo>
                  <a:cubicBezTo>
                    <a:pt x="228727" y="4424299"/>
                    <a:pt x="221107" y="4439539"/>
                    <a:pt x="198247" y="4447159"/>
                  </a:cubicBezTo>
                  <a:cubicBezTo>
                    <a:pt x="198247" y="4447159"/>
                    <a:pt x="190627" y="4447159"/>
                    <a:pt x="190627" y="4447159"/>
                  </a:cubicBezTo>
                  <a:cubicBezTo>
                    <a:pt x="175387" y="4447159"/>
                    <a:pt x="160147" y="4439539"/>
                    <a:pt x="152527" y="4424299"/>
                  </a:cubicBezTo>
                  <a:close/>
                  <a:moveTo>
                    <a:pt x="6687947" y="4264025"/>
                  </a:moveTo>
                  <a:cubicBezTo>
                    <a:pt x="6665086" y="4256405"/>
                    <a:pt x="6649847" y="4233545"/>
                    <a:pt x="6657467" y="4218305"/>
                  </a:cubicBezTo>
                  <a:cubicBezTo>
                    <a:pt x="6665086" y="4195445"/>
                    <a:pt x="6680326" y="4180205"/>
                    <a:pt x="6703186" y="4187825"/>
                  </a:cubicBezTo>
                  <a:cubicBezTo>
                    <a:pt x="6726047" y="4195445"/>
                    <a:pt x="6733667" y="4210685"/>
                    <a:pt x="6733667" y="4233545"/>
                  </a:cubicBezTo>
                  <a:cubicBezTo>
                    <a:pt x="6726047" y="4248785"/>
                    <a:pt x="6710807" y="4264025"/>
                    <a:pt x="6695567" y="4264025"/>
                  </a:cubicBezTo>
                  <a:cubicBezTo>
                    <a:pt x="6695567" y="4264025"/>
                    <a:pt x="6687947" y="4264025"/>
                    <a:pt x="6687947" y="4264025"/>
                  </a:cubicBezTo>
                  <a:close/>
                  <a:moveTo>
                    <a:pt x="99187" y="4210812"/>
                  </a:moveTo>
                  <a:cubicBezTo>
                    <a:pt x="91567" y="4195572"/>
                    <a:pt x="106807" y="4172712"/>
                    <a:pt x="122047" y="4165092"/>
                  </a:cubicBezTo>
                  <a:cubicBezTo>
                    <a:pt x="144907" y="4165092"/>
                    <a:pt x="167767" y="4172712"/>
                    <a:pt x="167767" y="4195572"/>
                  </a:cubicBezTo>
                  <a:cubicBezTo>
                    <a:pt x="175387" y="4218432"/>
                    <a:pt x="160147" y="4241292"/>
                    <a:pt x="144907" y="4241292"/>
                  </a:cubicBezTo>
                  <a:cubicBezTo>
                    <a:pt x="137287" y="4241292"/>
                    <a:pt x="137287" y="4241292"/>
                    <a:pt x="129667" y="4241292"/>
                  </a:cubicBezTo>
                  <a:cubicBezTo>
                    <a:pt x="114427" y="4241292"/>
                    <a:pt x="99187" y="4233672"/>
                    <a:pt x="99187" y="4210812"/>
                  </a:cubicBezTo>
                  <a:close/>
                  <a:moveTo>
                    <a:pt x="6733667" y="4050538"/>
                  </a:moveTo>
                  <a:cubicBezTo>
                    <a:pt x="6710807" y="4050538"/>
                    <a:pt x="6695567" y="4027678"/>
                    <a:pt x="6703187" y="4004818"/>
                  </a:cubicBezTo>
                  <a:cubicBezTo>
                    <a:pt x="6703187" y="3989578"/>
                    <a:pt x="6726048" y="3974338"/>
                    <a:pt x="6748907" y="3974338"/>
                  </a:cubicBezTo>
                  <a:cubicBezTo>
                    <a:pt x="6764148" y="3981958"/>
                    <a:pt x="6779387" y="3997198"/>
                    <a:pt x="6779387" y="4020058"/>
                  </a:cubicBezTo>
                  <a:cubicBezTo>
                    <a:pt x="6771767" y="4042918"/>
                    <a:pt x="6756527" y="4050538"/>
                    <a:pt x="6741287" y="4050538"/>
                  </a:cubicBezTo>
                  <a:cubicBezTo>
                    <a:pt x="6741287" y="4050538"/>
                    <a:pt x="6733667" y="4050538"/>
                    <a:pt x="6733667" y="4050538"/>
                  </a:cubicBezTo>
                  <a:close/>
                  <a:moveTo>
                    <a:pt x="53340" y="4004818"/>
                  </a:moveTo>
                  <a:cubicBezTo>
                    <a:pt x="45720" y="3981958"/>
                    <a:pt x="60960" y="3959098"/>
                    <a:pt x="83820" y="3959098"/>
                  </a:cubicBezTo>
                  <a:cubicBezTo>
                    <a:pt x="106680" y="3951478"/>
                    <a:pt x="121920" y="3966718"/>
                    <a:pt x="129540" y="3989578"/>
                  </a:cubicBezTo>
                  <a:cubicBezTo>
                    <a:pt x="129540" y="4012438"/>
                    <a:pt x="114300" y="4027678"/>
                    <a:pt x="99060" y="4035298"/>
                  </a:cubicBezTo>
                  <a:cubicBezTo>
                    <a:pt x="91440" y="4035298"/>
                    <a:pt x="91440" y="4035298"/>
                    <a:pt x="91440" y="4035298"/>
                  </a:cubicBezTo>
                  <a:cubicBezTo>
                    <a:pt x="68580" y="4035298"/>
                    <a:pt x="53340" y="4020058"/>
                    <a:pt x="53340" y="4004818"/>
                  </a:cubicBezTo>
                  <a:close/>
                  <a:moveTo>
                    <a:pt x="6764147" y="3836924"/>
                  </a:moveTo>
                  <a:cubicBezTo>
                    <a:pt x="6748907" y="3836924"/>
                    <a:pt x="6733667" y="3821684"/>
                    <a:pt x="6733667" y="3798824"/>
                  </a:cubicBezTo>
                  <a:cubicBezTo>
                    <a:pt x="6733667" y="3775964"/>
                    <a:pt x="6756526" y="3760724"/>
                    <a:pt x="6771767" y="3768344"/>
                  </a:cubicBezTo>
                  <a:cubicBezTo>
                    <a:pt x="6794626" y="3768344"/>
                    <a:pt x="6809867" y="3783584"/>
                    <a:pt x="6809867" y="3806444"/>
                  </a:cubicBezTo>
                  <a:cubicBezTo>
                    <a:pt x="6809867" y="3829304"/>
                    <a:pt x="6787007" y="3844544"/>
                    <a:pt x="6771767" y="3844544"/>
                  </a:cubicBezTo>
                  <a:cubicBezTo>
                    <a:pt x="6771767" y="3844544"/>
                    <a:pt x="6764147" y="3836924"/>
                    <a:pt x="6764147" y="3836924"/>
                  </a:cubicBezTo>
                  <a:close/>
                  <a:moveTo>
                    <a:pt x="22860" y="3791204"/>
                  </a:moveTo>
                  <a:cubicBezTo>
                    <a:pt x="22860" y="3768344"/>
                    <a:pt x="38100" y="3745484"/>
                    <a:pt x="53340" y="3745484"/>
                  </a:cubicBezTo>
                  <a:cubicBezTo>
                    <a:pt x="76200" y="3745484"/>
                    <a:pt x="99060" y="3760724"/>
                    <a:pt x="99060" y="3775964"/>
                  </a:cubicBezTo>
                  <a:cubicBezTo>
                    <a:pt x="99060" y="3798824"/>
                    <a:pt x="83820" y="3821684"/>
                    <a:pt x="60960" y="3821684"/>
                  </a:cubicBezTo>
                  <a:cubicBezTo>
                    <a:pt x="38100" y="3821684"/>
                    <a:pt x="22860" y="3806444"/>
                    <a:pt x="22860" y="3791204"/>
                  </a:cubicBezTo>
                  <a:close/>
                  <a:moveTo>
                    <a:pt x="6787007" y="3623310"/>
                  </a:moveTo>
                  <a:cubicBezTo>
                    <a:pt x="6764147" y="3623310"/>
                    <a:pt x="6748907" y="3608070"/>
                    <a:pt x="6748907" y="3585210"/>
                  </a:cubicBezTo>
                  <a:cubicBezTo>
                    <a:pt x="6748907" y="3562350"/>
                    <a:pt x="6771767" y="3547110"/>
                    <a:pt x="6787007" y="3554730"/>
                  </a:cubicBezTo>
                  <a:cubicBezTo>
                    <a:pt x="6809867" y="3554730"/>
                    <a:pt x="6825107" y="3569970"/>
                    <a:pt x="6825107" y="3592830"/>
                  </a:cubicBezTo>
                  <a:cubicBezTo>
                    <a:pt x="6825107" y="3608070"/>
                    <a:pt x="6809867" y="3630930"/>
                    <a:pt x="6787007" y="3630930"/>
                  </a:cubicBezTo>
                  <a:cubicBezTo>
                    <a:pt x="6787007" y="3630930"/>
                    <a:pt x="6787007" y="3630930"/>
                    <a:pt x="6787007" y="3623310"/>
                  </a:cubicBezTo>
                  <a:close/>
                  <a:moveTo>
                    <a:pt x="7620" y="3569970"/>
                  </a:moveTo>
                  <a:cubicBezTo>
                    <a:pt x="7620" y="3547110"/>
                    <a:pt x="22860" y="3531870"/>
                    <a:pt x="45720" y="3531870"/>
                  </a:cubicBezTo>
                  <a:cubicBezTo>
                    <a:pt x="60960" y="3531870"/>
                    <a:pt x="83820" y="3547110"/>
                    <a:pt x="83820" y="3569970"/>
                  </a:cubicBezTo>
                  <a:cubicBezTo>
                    <a:pt x="83820" y="3592830"/>
                    <a:pt x="68580" y="3608070"/>
                    <a:pt x="45720" y="3608070"/>
                  </a:cubicBezTo>
                  <a:cubicBezTo>
                    <a:pt x="22860" y="3608070"/>
                    <a:pt x="7620" y="3592830"/>
                    <a:pt x="7620" y="3569970"/>
                  </a:cubicBezTo>
                  <a:close/>
                  <a:moveTo>
                    <a:pt x="6756526" y="3371596"/>
                  </a:moveTo>
                  <a:cubicBezTo>
                    <a:pt x="6756526" y="3356356"/>
                    <a:pt x="6771767" y="3333496"/>
                    <a:pt x="6794626" y="3333496"/>
                  </a:cubicBezTo>
                  <a:cubicBezTo>
                    <a:pt x="6809867" y="3333496"/>
                    <a:pt x="6832726" y="3356356"/>
                    <a:pt x="6832726" y="3371596"/>
                  </a:cubicBezTo>
                  <a:cubicBezTo>
                    <a:pt x="6832726" y="3394456"/>
                    <a:pt x="6809867" y="3409696"/>
                    <a:pt x="6794626" y="3409696"/>
                  </a:cubicBezTo>
                  <a:cubicBezTo>
                    <a:pt x="6771767" y="3409696"/>
                    <a:pt x="6756526" y="3394456"/>
                    <a:pt x="6756526" y="3371596"/>
                  </a:cubicBezTo>
                  <a:close/>
                  <a:moveTo>
                    <a:pt x="38100" y="3394456"/>
                  </a:moveTo>
                  <a:cubicBezTo>
                    <a:pt x="22860" y="3394456"/>
                    <a:pt x="0" y="3379216"/>
                    <a:pt x="0" y="3356356"/>
                  </a:cubicBezTo>
                  <a:cubicBezTo>
                    <a:pt x="0" y="3333496"/>
                    <a:pt x="22860" y="3318256"/>
                    <a:pt x="38100" y="3318256"/>
                  </a:cubicBezTo>
                  <a:cubicBezTo>
                    <a:pt x="60960" y="3318256"/>
                    <a:pt x="76200" y="3333496"/>
                    <a:pt x="76200" y="3356356"/>
                  </a:cubicBezTo>
                  <a:cubicBezTo>
                    <a:pt x="76200" y="3379216"/>
                    <a:pt x="60960" y="3394456"/>
                    <a:pt x="38100" y="3394456"/>
                  </a:cubicBezTo>
                  <a:close/>
                  <a:moveTo>
                    <a:pt x="6741287" y="3165602"/>
                  </a:moveTo>
                  <a:cubicBezTo>
                    <a:pt x="6741287" y="3142742"/>
                    <a:pt x="6756527" y="3127502"/>
                    <a:pt x="6779387" y="3119882"/>
                  </a:cubicBezTo>
                  <a:cubicBezTo>
                    <a:pt x="6802247" y="3119882"/>
                    <a:pt x="6817487" y="3135122"/>
                    <a:pt x="6817487" y="3157982"/>
                  </a:cubicBezTo>
                  <a:cubicBezTo>
                    <a:pt x="6825107" y="3180842"/>
                    <a:pt x="6809867" y="3196082"/>
                    <a:pt x="6787007" y="3196082"/>
                  </a:cubicBezTo>
                  <a:cubicBezTo>
                    <a:pt x="6787007" y="3196082"/>
                    <a:pt x="6787007" y="3196082"/>
                    <a:pt x="6779387" y="3196082"/>
                  </a:cubicBezTo>
                  <a:cubicBezTo>
                    <a:pt x="6764147" y="3196082"/>
                    <a:pt x="6748907" y="3180842"/>
                    <a:pt x="6741287" y="3165602"/>
                  </a:cubicBezTo>
                  <a:close/>
                  <a:moveTo>
                    <a:pt x="45720" y="3180842"/>
                  </a:moveTo>
                  <a:cubicBezTo>
                    <a:pt x="30480" y="3180842"/>
                    <a:pt x="15240" y="3157982"/>
                    <a:pt x="15240" y="3135122"/>
                  </a:cubicBezTo>
                  <a:cubicBezTo>
                    <a:pt x="15240" y="3119882"/>
                    <a:pt x="30480" y="3104642"/>
                    <a:pt x="53340" y="3104642"/>
                  </a:cubicBezTo>
                  <a:cubicBezTo>
                    <a:pt x="76200" y="3104642"/>
                    <a:pt x="91440" y="3119882"/>
                    <a:pt x="91440" y="3142742"/>
                  </a:cubicBezTo>
                  <a:cubicBezTo>
                    <a:pt x="91440" y="3165602"/>
                    <a:pt x="68580" y="3180842"/>
                    <a:pt x="53340" y="3180842"/>
                  </a:cubicBezTo>
                  <a:cubicBezTo>
                    <a:pt x="53340" y="3180842"/>
                    <a:pt x="45720" y="3180842"/>
                    <a:pt x="45720" y="3180842"/>
                  </a:cubicBezTo>
                  <a:close/>
                  <a:moveTo>
                    <a:pt x="6718426" y="2951988"/>
                  </a:moveTo>
                  <a:cubicBezTo>
                    <a:pt x="6718426" y="2929128"/>
                    <a:pt x="6733667" y="2913888"/>
                    <a:pt x="6756526" y="2906268"/>
                  </a:cubicBezTo>
                  <a:cubicBezTo>
                    <a:pt x="6771767" y="2906268"/>
                    <a:pt x="6794626" y="2921508"/>
                    <a:pt x="6794626" y="2944368"/>
                  </a:cubicBezTo>
                  <a:cubicBezTo>
                    <a:pt x="6802247" y="2959608"/>
                    <a:pt x="6787007" y="2982468"/>
                    <a:pt x="6764147" y="2982468"/>
                  </a:cubicBezTo>
                  <a:cubicBezTo>
                    <a:pt x="6764147" y="2982468"/>
                    <a:pt x="6764147" y="2982468"/>
                    <a:pt x="6756526" y="2982468"/>
                  </a:cubicBezTo>
                  <a:cubicBezTo>
                    <a:pt x="6741287" y="2982468"/>
                    <a:pt x="6726047" y="2974848"/>
                    <a:pt x="6718426" y="2951988"/>
                  </a:cubicBezTo>
                  <a:close/>
                  <a:moveTo>
                    <a:pt x="68580" y="2967228"/>
                  </a:moveTo>
                  <a:cubicBezTo>
                    <a:pt x="45720" y="2959608"/>
                    <a:pt x="38100" y="2944368"/>
                    <a:pt x="38100" y="2921508"/>
                  </a:cubicBezTo>
                  <a:cubicBezTo>
                    <a:pt x="38100" y="2898648"/>
                    <a:pt x="60960" y="2891028"/>
                    <a:pt x="83820" y="2891028"/>
                  </a:cubicBezTo>
                  <a:cubicBezTo>
                    <a:pt x="99060" y="2891028"/>
                    <a:pt x="114300" y="2913888"/>
                    <a:pt x="114300" y="2936748"/>
                  </a:cubicBezTo>
                  <a:cubicBezTo>
                    <a:pt x="106680" y="2951988"/>
                    <a:pt x="91440" y="2967228"/>
                    <a:pt x="76200" y="2967228"/>
                  </a:cubicBezTo>
                  <a:cubicBezTo>
                    <a:pt x="76200" y="2967228"/>
                    <a:pt x="68580" y="2967228"/>
                    <a:pt x="68580" y="2967228"/>
                  </a:cubicBezTo>
                  <a:close/>
                  <a:moveTo>
                    <a:pt x="6687820" y="2745994"/>
                  </a:moveTo>
                  <a:cubicBezTo>
                    <a:pt x="6680200" y="2723134"/>
                    <a:pt x="6695440" y="2700274"/>
                    <a:pt x="6718300" y="2700274"/>
                  </a:cubicBezTo>
                  <a:cubicBezTo>
                    <a:pt x="6733540" y="2692654"/>
                    <a:pt x="6756400" y="2707894"/>
                    <a:pt x="6764020" y="2730754"/>
                  </a:cubicBezTo>
                  <a:cubicBezTo>
                    <a:pt x="6764020" y="2745994"/>
                    <a:pt x="6748780" y="2768854"/>
                    <a:pt x="6733540" y="2776474"/>
                  </a:cubicBezTo>
                  <a:cubicBezTo>
                    <a:pt x="6725920" y="2776474"/>
                    <a:pt x="6725920" y="2776474"/>
                    <a:pt x="6725920" y="2776474"/>
                  </a:cubicBezTo>
                  <a:cubicBezTo>
                    <a:pt x="6703060" y="2776474"/>
                    <a:pt x="6687820" y="2761234"/>
                    <a:pt x="6687820" y="2745994"/>
                  </a:cubicBezTo>
                  <a:close/>
                  <a:moveTo>
                    <a:pt x="106680" y="2753614"/>
                  </a:moveTo>
                  <a:cubicBezTo>
                    <a:pt x="83820" y="2753614"/>
                    <a:pt x="68580" y="2730754"/>
                    <a:pt x="76200" y="2707894"/>
                  </a:cubicBezTo>
                  <a:cubicBezTo>
                    <a:pt x="76200" y="2685034"/>
                    <a:pt x="99060" y="2677414"/>
                    <a:pt x="121920" y="2677414"/>
                  </a:cubicBezTo>
                  <a:cubicBezTo>
                    <a:pt x="144780" y="2685034"/>
                    <a:pt x="152400" y="2707894"/>
                    <a:pt x="152400" y="2723134"/>
                  </a:cubicBezTo>
                  <a:cubicBezTo>
                    <a:pt x="144780" y="2745994"/>
                    <a:pt x="129540" y="2753614"/>
                    <a:pt x="114300" y="2753614"/>
                  </a:cubicBezTo>
                  <a:cubicBezTo>
                    <a:pt x="106680" y="2753614"/>
                    <a:pt x="106680" y="2753614"/>
                    <a:pt x="106680" y="2753614"/>
                  </a:cubicBezTo>
                  <a:close/>
                  <a:moveTo>
                    <a:pt x="6634480" y="2540000"/>
                  </a:moveTo>
                  <a:cubicBezTo>
                    <a:pt x="6634480" y="2517140"/>
                    <a:pt x="6642100" y="2494280"/>
                    <a:pt x="6664960" y="2494280"/>
                  </a:cubicBezTo>
                  <a:cubicBezTo>
                    <a:pt x="6687820" y="2486660"/>
                    <a:pt x="6703060" y="2494280"/>
                    <a:pt x="6710680" y="2517140"/>
                  </a:cubicBezTo>
                  <a:cubicBezTo>
                    <a:pt x="6718300" y="2540000"/>
                    <a:pt x="6703060" y="2562860"/>
                    <a:pt x="6687820" y="2562860"/>
                  </a:cubicBezTo>
                  <a:cubicBezTo>
                    <a:pt x="6680200" y="2562860"/>
                    <a:pt x="6680200" y="2562860"/>
                    <a:pt x="6672580" y="2562860"/>
                  </a:cubicBezTo>
                  <a:cubicBezTo>
                    <a:pt x="6657340" y="2562860"/>
                    <a:pt x="6642100" y="2555240"/>
                    <a:pt x="6634480" y="2540000"/>
                  </a:cubicBezTo>
                  <a:close/>
                  <a:moveTo>
                    <a:pt x="152527" y="2547620"/>
                  </a:moveTo>
                  <a:cubicBezTo>
                    <a:pt x="129667" y="2540000"/>
                    <a:pt x="122047" y="2517140"/>
                    <a:pt x="129667" y="2501900"/>
                  </a:cubicBezTo>
                  <a:cubicBezTo>
                    <a:pt x="129667" y="2479040"/>
                    <a:pt x="152527" y="2463800"/>
                    <a:pt x="175387" y="2471420"/>
                  </a:cubicBezTo>
                  <a:cubicBezTo>
                    <a:pt x="190627" y="2479040"/>
                    <a:pt x="205867" y="2501900"/>
                    <a:pt x="198247" y="2517140"/>
                  </a:cubicBezTo>
                  <a:cubicBezTo>
                    <a:pt x="198247" y="2532380"/>
                    <a:pt x="183007" y="2547620"/>
                    <a:pt x="167767" y="2547620"/>
                  </a:cubicBezTo>
                  <a:cubicBezTo>
                    <a:pt x="160147" y="2547620"/>
                    <a:pt x="160147" y="2547620"/>
                    <a:pt x="152527" y="2547620"/>
                  </a:cubicBezTo>
                  <a:close/>
                  <a:moveTo>
                    <a:pt x="6573520" y="2334006"/>
                  </a:moveTo>
                  <a:cubicBezTo>
                    <a:pt x="6565900" y="2318766"/>
                    <a:pt x="6581139" y="2295906"/>
                    <a:pt x="6596380" y="2288286"/>
                  </a:cubicBezTo>
                  <a:cubicBezTo>
                    <a:pt x="6619239" y="2280666"/>
                    <a:pt x="6642100" y="2288286"/>
                    <a:pt x="6649720" y="2311146"/>
                  </a:cubicBezTo>
                  <a:cubicBezTo>
                    <a:pt x="6657339" y="2334006"/>
                    <a:pt x="6642100" y="2349246"/>
                    <a:pt x="6626860" y="2356866"/>
                  </a:cubicBezTo>
                  <a:cubicBezTo>
                    <a:pt x="6619239" y="2364486"/>
                    <a:pt x="6611620" y="2364486"/>
                    <a:pt x="6611620" y="2364486"/>
                  </a:cubicBezTo>
                  <a:cubicBezTo>
                    <a:pt x="6596380" y="2364486"/>
                    <a:pt x="6581139" y="2349246"/>
                    <a:pt x="6573520" y="2334006"/>
                  </a:cubicBezTo>
                  <a:close/>
                  <a:moveTo>
                    <a:pt x="213487" y="2341626"/>
                  </a:moveTo>
                  <a:cubicBezTo>
                    <a:pt x="198247" y="2334006"/>
                    <a:pt x="183007" y="2311146"/>
                    <a:pt x="190627" y="2288159"/>
                  </a:cubicBezTo>
                  <a:cubicBezTo>
                    <a:pt x="198247" y="2272919"/>
                    <a:pt x="221107" y="2257679"/>
                    <a:pt x="243967" y="2265299"/>
                  </a:cubicBezTo>
                  <a:cubicBezTo>
                    <a:pt x="259207" y="2272919"/>
                    <a:pt x="274447" y="2295779"/>
                    <a:pt x="266827" y="2318766"/>
                  </a:cubicBezTo>
                  <a:cubicBezTo>
                    <a:pt x="259207" y="2334006"/>
                    <a:pt x="243967" y="2341626"/>
                    <a:pt x="228727" y="2341626"/>
                  </a:cubicBezTo>
                  <a:cubicBezTo>
                    <a:pt x="221107" y="2341626"/>
                    <a:pt x="221107" y="2341626"/>
                    <a:pt x="213487" y="2341626"/>
                  </a:cubicBezTo>
                  <a:close/>
                  <a:moveTo>
                    <a:pt x="6497320" y="2135632"/>
                  </a:moveTo>
                  <a:cubicBezTo>
                    <a:pt x="6489700" y="2120392"/>
                    <a:pt x="6504940" y="2097532"/>
                    <a:pt x="6520180" y="2089912"/>
                  </a:cubicBezTo>
                  <a:cubicBezTo>
                    <a:pt x="6543040" y="2082292"/>
                    <a:pt x="6565900" y="2089912"/>
                    <a:pt x="6573520" y="2105152"/>
                  </a:cubicBezTo>
                  <a:cubicBezTo>
                    <a:pt x="6581140" y="2128012"/>
                    <a:pt x="6565900" y="2150872"/>
                    <a:pt x="6550660" y="2158619"/>
                  </a:cubicBezTo>
                  <a:cubicBezTo>
                    <a:pt x="6543040" y="2158619"/>
                    <a:pt x="6543040" y="2158619"/>
                    <a:pt x="6535420" y="2158619"/>
                  </a:cubicBezTo>
                  <a:cubicBezTo>
                    <a:pt x="6520180" y="2158619"/>
                    <a:pt x="6504940" y="2150999"/>
                    <a:pt x="6497320" y="2135759"/>
                  </a:cubicBezTo>
                  <a:close/>
                  <a:moveTo>
                    <a:pt x="289814" y="2143379"/>
                  </a:moveTo>
                  <a:cubicBezTo>
                    <a:pt x="274574" y="2128139"/>
                    <a:pt x="259334" y="2112899"/>
                    <a:pt x="266954" y="2089912"/>
                  </a:cubicBezTo>
                  <a:cubicBezTo>
                    <a:pt x="274574" y="2067052"/>
                    <a:pt x="297434" y="2059432"/>
                    <a:pt x="320294" y="2067052"/>
                  </a:cubicBezTo>
                  <a:cubicBezTo>
                    <a:pt x="335534" y="2074672"/>
                    <a:pt x="350774" y="2097532"/>
                    <a:pt x="343154" y="2120519"/>
                  </a:cubicBezTo>
                  <a:cubicBezTo>
                    <a:pt x="335534" y="2135759"/>
                    <a:pt x="320294" y="2143379"/>
                    <a:pt x="305054" y="2143379"/>
                  </a:cubicBezTo>
                  <a:cubicBezTo>
                    <a:pt x="297434" y="2143379"/>
                    <a:pt x="297434" y="2143379"/>
                    <a:pt x="289814" y="2143379"/>
                  </a:cubicBezTo>
                  <a:close/>
                  <a:moveTo>
                    <a:pt x="6413373" y="1945005"/>
                  </a:moveTo>
                  <a:cubicBezTo>
                    <a:pt x="6405753" y="1922145"/>
                    <a:pt x="6413373" y="1899285"/>
                    <a:pt x="6428613" y="1891538"/>
                  </a:cubicBezTo>
                  <a:cubicBezTo>
                    <a:pt x="6451473" y="1883918"/>
                    <a:pt x="6474333" y="1891538"/>
                    <a:pt x="6481953" y="1914398"/>
                  </a:cubicBezTo>
                  <a:cubicBezTo>
                    <a:pt x="6489573" y="1929638"/>
                    <a:pt x="6481953" y="1952498"/>
                    <a:pt x="6466713" y="1960118"/>
                  </a:cubicBezTo>
                  <a:cubicBezTo>
                    <a:pt x="6459093" y="1967738"/>
                    <a:pt x="6451473" y="1967738"/>
                    <a:pt x="6443853" y="1967738"/>
                  </a:cubicBezTo>
                  <a:cubicBezTo>
                    <a:pt x="6436233" y="1967738"/>
                    <a:pt x="6420993" y="1960118"/>
                    <a:pt x="6413373" y="1944878"/>
                  </a:cubicBezTo>
                  <a:close/>
                  <a:moveTo>
                    <a:pt x="381254" y="1944878"/>
                  </a:moveTo>
                  <a:cubicBezTo>
                    <a:pt x="358394" y="1937258"/>
                    <a:pt x="350774" y="1914398"/>
                    <a:pt x="358394" y="1891411"/>
                  </a:cubicBezTo>
                  <a:cubicBezTo>
                    <a:pt x="373634" y="1876171"/>
                    <a:pt x="396494" y="1868551"/>
                    <a:pt x="411734" y="1876171"/>
                  </a:cubicBezTo>
                  <a:cubicBezTo>
                    <a:pt x="426974" y="1883791"/>
                    <a:pt x="434594" y="1906651"/>
                    <a:pt x="426974" y="1929638"/>
                  </a:cubicBezTo>
                  <a:cubicBezTo>
                    <a:pt x="419354" y="1937258"/>
                    <a:pt x="411734" y="1944878"/>
                    <a:pt x="396494" y="1944878"/>
                  </a:cubicBezTo>
                  <a:cubicBezTo>
                    <a:pt x="388874" y="1944878"/>
                    <a:pt x="381254" y="1944878"/>
                    <a:pt x="381254" y="1944878"/>
                  </a:cubicBezTo>
                  <a:close/>
                  <a:moveTo>
                    <a:pt x="6314186" y="1754124"/>
                  </a:moveTo>
                  <a:cubicBezTo>
                    <a:pt x="6306566" y="1738884"/>
                    <a:pt x="6306566" y="1716024"/>
                    <a:pt x="6329426" y="1708404"/>
                  </a:cubicBezTo>
                  <a:cubicBezTo>
                    <a:pt x="6344666" y="1693164"/>
                    <a:pt x="6367526" y="1700784"/>
                    <a:pt x="6382766" y="1716024"/>
                  </a:cubicBezTo>
                  <a:cubicBezTo>
                    <a:pt x="6390386" y="1738884"/>
                    <a:pt x="6382766" y="1761744"/>
                    <a:pt x="6367526" y="1769491"/>
                  </a:cubicBezTo>
                  <a:cubicBezTo>
                    <a:pt x="6359906" y="1777111"/>
                    <a:pt x="6352286" y="1777111"/>
                    <a:pt x="6344666" y="1777111"/>
                  </a:cubicBezTo>
                  <a:cubicBezTo>
                    <a:pt x="6329426" y="1777111"/>
                    <a:pt x="6321806" y="1769491"/>
                    <a:pt x="6314186" y="1754251"/>
                  </a:cubicBezTo>
                  <a:close/>
                  <a:moveTo>
                    <a:pt x="480441" y="1754251"/>
                  </a:moveTo>
                  <a:cubicBezTo>
                    <a:pt x="457581" y="1746631"/>
                    <a:pt x="449961" y="1723771"/>
                    <a:pt x="465201" y="1700784"/>
                  </a:cubicBezTo>
                  <a:cubicBezTo>
                    <a:pt x="472821" y="1685544"/>
                    <a:pt x="495681" y="1677924"/>
                    <a:pt x="518541" y="1685544"/>
                  </a:cubicBezTo>
                  <a:cubicBezTo>
                    <a:pt x="533781" y="1700784"/>
                    <a:pt x="541401" y="1723644"/>
                    <a:pt x="526161" y="1739011"/>
                  </a:cubicBezTo>
                  <a:cubicBezTo>
                    <a:pt x="518541" y="1754251"/>
                    <a:pt x="510921" y="1761871"/>
                    <a:pt x="495681" y="1761871"/>
                  </a:cubicBezTo>
                  <a:cubicBezTo>
                    <a:pt x="488061" y="1761871"/>
                    <a:pt x="480441" y="1754251"/>
                    <a:pt x="480441" y="1754251"/>
                  </a:cubicBezTo>
                  <a:close/>
                  <a:moveTo>
                    <a:pt x="6199886" y="1578737"/>
                  </a:moveTo>
                  <a:cubicBezTo>
                    <a:pt x="6199886" y="1571117"/>
                    <a:pt x="6199886" y="1571117"/>
                    <a:pt x="6199886" y="1571117"/>
                  </a:cubicBezTo>
                  <a:cubicBezTo>
                    <a:pt x="6184646" y="1555877"/>
                    <a:pt x="6192266" y="1533017"/>
                    <a:pt x="6207506" y="1517650"/>
                  </a:cubicBezTo>
                  <a:cubicBezTo>
                    <a:pt x="6230366" y="1510030"/>
                    <a:pt x="6253226" y="1510030"/>
                    <a:pt x="6260846" y="1532890"/>
                  </a:cubicBezTo>
                  <a:cubicBezTo>
                    <a:pt x="6268466" y="1532890"/>
                    <a:pt x="6268466" y="1532890"/>
                    <a:pt x="6268466" y="1532890"/>
                  </a:cubicBezTo>
                  <a:cubicBezTo>
                    <a:pt x="6276086" y="1555750"/>
                    <a:pt x="6276086" y="1578610"/>
                    <a:pt x="6253226" y="1586357"/>
                  </a:cubicBezTo>
                  <a:cubicBezTo>
                    <a:pt x="6245606" y="1593977"/>
                    <a:pt x="6237986" y="1593977"/>
                    <a:pt x="6230366" y="1593977"/>
                  </a:cubicBezTo>
                  <a:cubicBezTo>
                    <a:pt x="6222746" y="1593977"/>
                    <a:pt x="6207506" y="1586357"/>
                    <a:pt x="6199886" y="1578737"/>
                  </a:cubicBezTo>
                  <a:close/>
                  <a:moveTo>
                    <a:pt x="587248" y="1571117"/>
                  </a:moveTo>
                  <a:cubicBezTo>
                    <a:pt x="572008" y="1555877"/>
                    <a:pt x="564388" y="1533017"/>
                    <a:pt x="579628" y="1517650"/>
                  </a:cubicBezTo>
                  <a:cubicBezTo>
                    <a:pt x="587248" y="1502410"/>
                    <a:pt x="610108" y="1494790"/>
                    <a:pt x="632968" y="1510030"/>
                  </a:cubicBezTo>
                  <a:cubicBezTo>
                    <a:pt x="648208" y="1517650"/>
                    <a:pt x="655828" y="1540510"/>
                    <a:pt x="640588" y="1563497"/>
                  </a:cubicBezTo>
                  <a:cubicBezTo>
                    <a:pt x="632968" y="1571117"/>
                    <a:pt x="625348" y="1578737"/>
                    <a:pt x="610108" y="1578737"/>
                  </a:cubicBezTo>
                  <a:cubicBezTo>
                    <a:pt x="602488" y="1578737"/>
                    <a:pt x="594868" y="1578737"/>
                    <a:pt x="587248" y="1571117"/>
                  </a:cubicBezTo>
                  <a:close/>
                  <a:moveTo>
                    <a:pt x="6077839" y="1403223"/>
                  </a:moveTo>
                  <a:cubicBezTo>
                    <a:pt x="6062599" y="1380363"/>
                    <a:pt x="6070219" y="1357503"/>
                    <a:pt x="6085459" y="1349756"/>
                  </a:cubicBezTo>
                  <a:cubicBezTo>
                    <a:pt x="6100699" y="1334516"/>
                    <a:pt x="6123559" y="1334516"/>
                    <a:pt x="6138799" y="1357376"/>
                  </a:cubicBezTo>
                  <a:cubicBezTo>
                    <a:pt x="6146419" y="1372616"/>
                    <a:pt x="6146419" y="1395476"/>
                    <a:pt x="6131179" y="1410843"/>
                  </a:cubicBezTo>
                  <a:cubicBezTo>
                    <a:pt x="6123559" y="1410843"/>
                    <a:pt x="6115939" y="1418463"/>
                    <a:pt x="6108319" y="1418463"/>
                  </a:cubicBezTo>
                  <a:cubicBezTo>
                    <a:pt x="6093079" y="1418463"/>
                    <a:pt x="6085459" y="1410843"/>
                    <a:pt x="6077839" y="1403223"/>
                  </a:cubicBezTo>
                  <a:close/>
                  <a:moveTo>
                    <a:pt x="709168" y="1395603"/>
                  </a:moveTo>
                  <a:cubicBezTo>
                    <a:pt x="693928" y="1380363"/>
                    <a:pt x="693928" y="1357503"/>
                    <a:pt x="701548" y="1342136"/>
                  </a:cubicBezTo>
                  <a:cubicBezTo>
                    <a:pt x="716788" y="1326896"/>
                    <a:pt x="739648" y="1319276"/>
                    <a:pt x="754888" y="1334516"/>
                  </a:cubicBezTo>
                  <a:cubicBezTo>
                    <a:pt x="777748" y="1349756"/>
                    <a:pt x="777748" y="1372616"/>
                    <a:pt x="762508" y="1387983"/>
                  </a:cubicBezTo>
                  <a:cubicBezTo>
                    <a:pt x="754888" y="1395603"/>
                    <a:pt x="747268" y="1403223"/>
                    <a:pt x="732028" y="1403223"/>
                  </a:cubicBezTo>
                  <a:cubicBezTo>
                    <a:pt x="724408" y="1403223"/>
                    <a:pt x="716788" y="1403223"/>
                    <a:pt x="709168" y="1395603"/>
                  </a:cubicBezTo>
                  <a:close/>
                  <a:moveTo>
                    <a:pt x="5940552" y="1235456"/>
                  </a:moveTo>
                  <a:cubicBezTo>
                    <a:pt x="5932932" y="1220216"/>
                    <a:pt x="5932932" y="1197356"/>
                    <a:pt x="5948172" y="1181989"/>
                  </a:cubicBezTo>
                  <a:cubicBezTo>
                    <a:pt x="5963412" y="1166749"/>
                    <a:pt x="5986272" y="1166749"/>
                    <a:pt x="6001512" y="1181989"/>
                  </a:cubicBezTo>
                  <a:cubicBezTo>
                    <a:pt x="6016752" y="1204849"/>
                    <a:pt x="6009132" y="1227709"/>
                    <a:pt x="5993892" y="1243076"/>
                  </a:cubicBezTo>
                  <a:cubicBezTo>
                    <a:pt x="5986272" y="1243076"/>
                    <a:pt x="5978652" y="1250696"/>
                    <a:pt x="5971032" y="1250696"/>
                  </a:cubicBezTo>
                  <a:cubicBezTo>
                    <a:pt x="5963412" y="1250696"/>
                    <a:pt x="5948172" y="1243076"/>
                    <a:pt x="5940552" y="1235456"/>
                  </a:cubicBezTo>
                  <a:close/>
                  <a:moveTo>
                    <a:pt x="846455" y="1227836"/>
                  </a:moveTo>
                  <a:cubicBezTo>
                    <a:pt x="831215" y="1212596"/>
                    <a:pt x="831215" y="1189736"/>
                    <a:pt x="838835" y="1174369"/>
                  </a:cubicBezTo>
                  <a:cubicBezTo>
                    <a:pt x="854075" y="1159129"/>
                    <a:pt x="876935" y="1159129"/>
                    <a:pt x="892175" y="1174369"/>
                  </a:cubicBezTo>
                  <a:cubicBezTo>
                    <a:pt x="907415" y="1181989"/>
                    <a:pt x="915035" y="1204849"/>
                    <a:pt x="899795" y="1227836"/>
                  </a:cubicBezTo>
                  <a:cubicBezTo>
                    <a:pt x="892175" y="1235456"/>
                    <a:pt x="884555" y="1235456"/>
                    <a:pt x="869315" y="1235456"/>
                  </a:cubicBezTo>
                  <a:cubicBezTo>
                    <a:pt x="861695" y="1235456"/>
                    <a:pt x="854075" y="1235456"/>
                    <a:pt x="846455" y="1227836"/>
                  </a:cubicBezTo>
                  <a:close/>
                  <a:moveTo>
                    <a:pt x="5803265" y="1082802"/>
                  </a:moveTo>
                  <a:cubicBezTo>
                    <a:pt x="5788025" y="1067562"/>
                    <a:pt x="5788025" y="1037082"/>
                    <a:pt x="5803265" y="1029335"/>
                  </a:cubicBezTo>
                  <a:cubicBezTo>
                    <a:pt x="5818505" y="1014095"/>
                    <a:pt x="5841365" y="1014095"/>
                    <a:pt x="5856605" y="1029335"/>
                  </a:cubicBezTo>
                  <a:cubicBezTo>
                    <a:pt x="5871845" y="1044575"/>
                    <a:pt x="5871845" y="1067435"/>
                    <a:pt x="5856605" y="1082802"/>
                  </a:cubicBezTo>
                  <a:cubicBezTo>
                    <a:pt x="5848985" y="1090422"/>
                    <a:pt x="5833745" y="1090422"/>
                    <a:pt x="5826125" y="1090422"/>
                  </a:cubicBezTo>
                  <a:cubicBezTo>
                    <a:pt x="5818505" y="1090422"/>
                    <a:pt x="5810885" y="1090422"/>
                    <a:pt x="5803265" y="1082802"/>
                  </a:cubicBezTo>
                  <a:close/>
                  <a:moveTo>
                    <a:pt x="991362" y="1067562"/>
                  </a:moveTo>
                  <a:cubicBezTo>
                    <a:pt x="976122" y="1052322"/>
                    <a:pt x="976122" y="1029462"/>
                    <a:pt x="991362" y="1014095"/>
                  </a:cubicBezTo>
                  <a:cubicBezTo>
                    <a:pt x="1006602" y="998855"/>
                    <a:pt x="1029462" y="998855"/>
                    <a:pt x="1044702" y="1014095"/>
                  </a:cubicBezTo>
                  <a:cubicBezTo>
                    <a:pt x="1059942" y="1029335"/>
                    <a:pt x="1059942" y="1052195"/>
                    <a:pt x="1044702" y="1067562"/>
                  </a:cubicBezTo>
                  <a:cubicBezTo>
                    <a:pt x="1037082" y="1075182"/>
                    <a:pt x="1029462" y="1082802"/>
                    <a:pt x="1014222" y="1082802"/>
                  </a:cubicBezTo>
                  <a:cubicBezTo>
                    <a:pt x="1006602" y="1082802"/>
                    <a:pt x="998982" y="1075182"/>
                    <a:pt x="991362" y="1067562"/>
                  </a:cubicBezTo>
                  <a:close/>
                  <a:moveTo>
                    <a:pt x="5643118" y="930275"/>
                  </a:moveTo>
                  <a:cubicBezTo>
                    <a:pt x="5627878" y="922655"/>
                    <a:pt x="5627878" y="892175"/>
                    <a:pt x="5643118" y="876808"/>
                  </a:cubicBezTo>
                  <a:cubicBezTo>
                    <a:pt x="5658358" y="861568"/>
                    <a:pt x="5681218" y="861568"/>
                    <a:pt x="5696458" y="876808"/>
                  </a:cubicBezTo>
                  <a:cubicBezTo>
                    <a:pt x="5711698" y="892048"/>
                    <a:pt x="5711698" y="914908"/>
                    <a:pt x="5704078" y="930275"/>
                  </a:cubicBezTo>
                  <a:cubicBezTo>
                    <a:pt x="5696458" y="937895"/>
                    <a:pt x="5681218" y="945515"/>
                    <a:pt x="5673598" y="945515"/>
                  </a:cubicBezTo>
                  <a:cubicBezTo>
                    <a:pt x="5665978" y="945515"/>
                    <a:pt x="5650738" y="937895"/>
                    <a:pt x="5643118" y="930275"/>
                  </a:cubicBezTo>
                  <a:close/>
                  <a:moveTo>
                    <a:pt x="1143889" y="922655"/>
                  </a:moveTo>
                  <a:cubicBezTo>
                    <a:pt x="1128649" y="907415"/>
                    <a:pt x="1128649" y="876935"/>
                    <a:pt x="1143889" y="869188"/>
                  </a:cubicBezTo>
                  <a:cubicBezTo>
                    <a:pt x="1159129" y="853948"/>
                    <a:pt x="1189609" y="853948"/>
                    <a:pt x="1197229" y="869188"/>
                  </a:cubicBezTo>
                  <a:cubicBezTo>
                    <a:pt x="1212469" y="884428"/>
                    <a:pt x="1212469" y="907288"/>
                    <a:pt x="1197229" y="922655"/>
                  </a:cubicBezTo>
                  <a:cubicBezTo>
                    <a:pt x="1189609" y="930275"/>
                    <a:pt x="1181989" y="930275"/>
                    <a:pt x="1174369" y="930275"/>
                  </a:cubicBezTo>
                  <a:cubicBezTo>
                    <a:pt x="1159129" y="930275"/>
                    <a:pt x="1151509" y="930275"/>
                    <a:pt x="1143889" y="922655"/>
                  </a:cubicBezTo>
                  <a:close/>
                  <a:moveTo>
                    <a:pt x="5482971" y="792861"/>
                  </a:moveTo>
                  <a:cubicBezTo>
                    <a:pt x="5467731" y="785241"/>
                    <a:pt x="5467731" y="762381"/>
                    <a:pt x="5475351" y="739394"/>
                  </a:cubicBezTo>
                  <a:cubicBezTo>
                    <a:pt x="5490591" y="724154"/>
                    <a:pt x="5513451" y="724154"/>
                    <a:pt x="5528691" y="739394"/>
                  </a:cubicBezTo>
                  <a:cubicBezTo>
                    <a:pt x="5551551" y="747014"/>
                    <a:pt x="5551551" y="769874"/>
                    <a:pt x="5536311" y="792861"/>
                  </a:cubicBezTo>
                  <a:cubicBezTo>
                    <a:pt x="5528691" y="800481"/>
                    <a:pt x="5521071" y="808101"/>
                    <a:pt x="5505831" y="808101"/>
                  </a:cubicBezTo>
                  <a:cubicBezTo>
                    <a:pt x="5498211" y="808101"/>
                    <a:pt x="5490591" y="800481"/>
                    <a:pt x="5482971" y="792861"/>
                  </a:cubicBezTo>
                  <a:close/>
                  <a:moveTo>
                    <a:pt x="1304036" y="777621"/>
                  </a:moveTo>
                  <a:cubicBezTo>
                    <a:pt x="1296416" y="762381"/>
                    <a:pt x="1296416" y="739521"/>
                    <a:pt x="1311656" y="724154"/>
                  </a:cubicBezTo>
                  <a:cubicBezTo>
                    <a:pt x="1326896" y="716534"/>
                    <a:pt x="1349756" y="716534"/>
                    <a:pt x="1364996" y="731774"/>
                  </a:cubicBezTo>
                  <a:cubicBezTo>
                    <a:pt x="1380236" y="747014"/>
                    <a:pt x="1372616" y="777494"/>
                    <a:pt x="1357376" y="785241"/>
                  </a:cubicBezTo>
                  <a:cubicBezTo>
                    <a:pt x="1349756" y="792861"/>
                    <a:pt x="1342136" y="792861"/>
                    <a:pt x="1334516" y="792861"/>
                  </a:cubicBezTo>
                  <a:cubicBezTo>
                    <a:pt x="1326896" y="792861"/>
                    <a:pt x="1311656" y="792861"/>
                    <a:pt x="1304036" y="777621"/>
                  </a:cubicBezTo>
                  <a:close/>
                  <a:moveTo>
                    <a:pt x="5315204" y="670814"/>
                  </a:moveTo>
                  <a:cubicBezTo>
                    <a:pt x="5299964" y="655574"/>
                    <a:pt x="5292344" y="632714"/>
                    <a:pt x="5307584" y="617347"/>
                  </a:cubicBezTo>
                  <a:cubicBezTo>
                    <a:pt x="5315204" y="602107"/>
                    <a:pt x="5338064" y="594487"/>
                    <a:pt x="5360924" y="609727"/>
                  </a:cubicBezTo>
                  <a:cubicBezTo>
                    <a:pt x="5376164" y="617347"/>
                    <a:pt x="5376164" y="640207"/>
                    <a:pt x="5368544" y="663194"/>
                  </a:cubicBezTo>
                  <a:cubicBezTo>
                    <a:pt x="5360924" y="670814"/>
                    <a:pt x="5345684" y="678434"/>
                    <a:pt x="5338064" y="678434"/>
                  </a:cubicBezTo>
                  <a:cubicBezTo>
                    <a:pt x="5330444" y="678434"/>
                    <a:pt x="5322824" y="678434"/>
                    <a:pt x="5315204" y="670814"/>
                  </a:cubicBezTo>
                  <a:close/>
                  <a:moveTo>
                    <a:pt x="1479423" y="655574"/>
                  </a:moveTo>
                  <a:cubicBezTo>
                    <a:pt x="1464183" y="632714"/>
                    <a:pt x="1471803" y="609854"/>
                    <a:pt x="1487043" y="602107"/>
                  </a:cubicBezTo>
                  <a:cubicBezTo>
                    <a:pt x="1502283" y="586867"/>
                    <a:pt x="1525143" y="594487"/>
                    <a:pt x="1540383" y="609727"/>
                  </a:cubicBezTo>
                  <a:cubicBezTo>
                    <a:pt x="1548003" y="624967"/>
                    <a:pt x="1548003" y="647827"/>
                    <a:pt x="1532763" y="663194"/>
                  </a:cubicBezTo>
                  <a:cubicBezTo>
                    <a:pt x="1525143" y="663194"/>
                    <a:pt x="1517523" y="670814"/>
                    <a:pt x="1509903" y="670814"/>
                  </a:cubicBezTo>
                  <a:cubicBezTo>
                    <a:pt x="1494663" y="670814"/>
                    <a:pt x="1487043" y="663194"/>
                    <a:pt x="1479423" y="655574"/>
                  </a:cubicBezTo>
                  <a:close/>
                  <a:moveTo>
                    <a:pt x="5139817" y="556387"/>
                  </a:moveTo>
                  <a:cubicBezTo>
                    <a:pt x="5116957" y="541147"/>
                    <a:pt x="5109337" y="518287"/>
                    <a:pt x="5124577" y="502920"/>
                  </a:cubicBezTo>
                  <a:cubicBezTo>
                    <a:pt x="5132197" y="487680"/>
                    <a:pt x="5155057" y="480060"/>
                    <a:pt x="5177917" y="487680"/>
                  </a:cubicBezTo>
                  <a:cubicBezTo>
                    <a:pt x="5193157" y="502920"/>
                    <a:pt x="5200777" y="525780"/>
                    <a:pt x="5185537" y="541147"/>
                  </a:cubicBezTo>
                  <a:cubicBezTo>
                    <a:pt x="5185537" y="556387"/>
                    <a:pt x="5170297" y="564007"/>
                    <a:pt x="5155057" y="564007"/>
                  </a:cubicBezTo>
                  <a:cubicBezTo>
                    <a:pt x="5147437" y="564007"/>
                    <a:pt x="5139817" y="556387"/>
                    <a:pt x="5139817" y="556387"/>
                  </a:cubicBezTo>
                  <a:close/>
                  <a:moveTo>
                    <a:pt x="1654810" y="533527"/>
                  </a:moveTo>
                  <a:cubicBezTo>
                    <a:pt x="1647190" y="518287"/>
                    <a:pt x="1654810" y="495427"/>
                    <a:pt x="1670050" y="480060"/>
                  </a:cubicBezTo>
                  <a:cubicBezTo>
                    <a:pt x="1685290" y="472440"/>
                    <a:pt x="1708150" y="480060"/>
                    <a:pt x="1723390" y="495300"/>
                  </a:cubicBezTo>
                  <a:cubicBezTo>
                    <a:pt x="1731010" y="510540"/>
                    <a:pt x="1723390" y="533400"/>
                    <a:pt x="1708150" y="548767"/>
                  </a:cubicBezTo>
                  <a:cubicBezTo>
                    <a:pt x="1700530" y="548767"/>
                    <a:pt x="1692910" y="556387"/>
                    <a:pt x="1685290" y="556387"/>
                  </a:cubicBezTo>
                  <a:cubicBezTo>
                    <a:pt x="1677670" y="556387"/>
                    <a:pt x="1662430" y="548767"/>
                    <a:pt x="1654810" y="533527"/>
                  </a:cubicBezTo>
                  <a:close/>
                  <a:moveTo>
                    <a:pt x="4949190" y="449580"/>
                  </a:moveTo>
                  <a:cubicBezTo>
                    <a:pt x="4933950" y="441960"/>
                    <a:pt x="4926330" y="419100"/>
                    <a:pt x="4933950" y="403860"/>
                  </a:cubicBezTo>
                  <a:cubicBezTo>
                    <a:pt x="4949190" y="381000"/>
                    <a:pt x="4972050" y="373380"/>
                    <a:pt x="4987290" y="381000"/>
                  </a:cubicBezTo>
                  <a:cubicBezTo>
                    <a:pt x="5002530" y="396240"/>
                    <a:pt x="5010150" y="419100"/>
                    <a:pt x="5002530" y="434467"/>
                  </a:cubicBezTo>
                  <a:cubicBezTo>
                    <a:pt x="4994910" y="449707"/>
                    <a:pt x="4979670" y="457327"/>
                    <a:pt x="4972050" y="457327"/>
                  </a:cubicBezTo>
                  <a:cubicBezTo>
                    <a:pt x="4964430" y="457327"/>
                    <a:pt x="4956810" y="457327"/>
                    <a:pt x="4949190" y="449707"/>
                  </a:cubicBezTo>
                  <a:close/>
                  <a:moveTo>
                    <a:pt x="1845437" y="426847"/>
                  </a:moveTo>
                  <a:cubicBezTo>
                    <a:pt x="1830197" y="411607"/>
                    <a:pt x="1837817" y="388747"/>
                    <a:pt x="1860677" y="381127"/>
                  </a:cubicBezTo>
                  <a:cubicBezTo>
                    <a:pt x="1875917" y="365887"/>
                    <a:pt x="1898777" y="373507"/>
                    <a:pt x="1906397" y="396367"/>
                  </a:cubicBezTo>
                  <a:cubicBezTo>
                    <a:pt x="1921637" y="411607"/>
                    <a:pt x="1914017" y="434467"/>
                    <a:pt x="1891157" y="442087"/>
                  </a:cubicBezTo>
                  <a:cubicBezTo>
                    <a:pt x="1891157" y="449707"/>
                    <a:pt x="1883537" y="449707"/>
                    <a:pt x="1875917" y="449707"/>
                  </a:cubicBezTo>
                  <a:cubicBezTo>
                    <a:pt x="1860677" y="449707"/>
                    <a:pt x="1845437" y="442087"/>
                    <a:pt x="1845437" y="426847"/>
                  </a:cubicBezTo>
                  <a:close/>
                  <a:moveTo>
                    <a:pt x="4758563" y="358140"/>
                  </a:moveTo>
                  <a:cubicBezTo>
                    <a:pt x="4743323" y="350520"/>
                    <a:pt x="4735703" y="327660"/>
                    <a:pt x="4743323" y="312420"/>
                  </a:cubicBezTo>
                  <a:cubicBezTo>
                    <a:pt x="4750943" y="289560"/>
                    <a:pt x="4773803" y="281940"/>
                    <a:pt x="4789043" y="289560"/>
                  </a:cubicBezTo>
                  <a:cubicBezTo>
                    <a:pt x="4811903" y="297180"/>
                    <a:pt x="4819523" y="320040"/>
                    <a:pt x="4811903" y="343027"/>
                  </a:cubicBezTo>
                  <a:cubicBezTo>
                    <a:pt x="4804283" y="358267"/>
                    <a:pt x="4789043" y="365887"/>
                    <a:pt x="4773803" y="365887"/>
                  </a:cubicBezTo>
                  <a:cubicBezTo>
                    <a:pt x="4773803" y="365887"/>
                    <a:pt x="4766183" y="365887"/>
                    <a:pt x="4758563" y="358267"/>
                  </a:cubicBezTo>
                  <a:close/>
                  <a:moveTo>
                    <a:pt x="2036064" y="335407"/>
                  </a:moveTo>
                  <a:cubicBezTo>
                    <a:pt x="2028444" y="312547"/>
                    <a:pt x="2036064" y="289687"/>
                    <a:pt x="2051304" y="281940"/>
                  </a:cubicBezTo>
                  <a:cubicBezTo>
                    <a:pt x="2074164" y="274320"/>
                    <a:pt x="2097024" y="281940"/>
                    <a:pt x="2104644" y="304800"/>
                  </a:cubicBezTo>
                  <a:cubicBezTo>
                    <a:pt x="2112264" y="320040"/>
                    <a:pt x="2104644" y="342900"/>
                    <a:pt x="2081784" y="358267"/>
                  </a:cubicBezTo>
                  <a:cubicBezTo>
                    <a:pt x="2081784" y="358267"/>
                    <a:pt x="2074164" y="358267"/>
                    <a:pt x="2066544" y="358267"/>
                  </a:cubicBezTo>
                  <a:cubicBezTo>
                    <a:pt x="2051304" y="358267"/>
                    <a:pt x="2043684" y="350647"/>
                    <a:pt x="2036064" y="335407"/>
                  </a:cubicBezTo>
                  <a:close/>
                  <a:moveTo>
                    <a:pt x="4567809" y="281940"/>
                  </a:moveTo>
                  <a:cubicBezTo>
                    <a:pt x="4544949" y="274320"/>
                    <a:pt x="4537329" y="251460"/>
                    <a:pt x="4544949" y="228473"/>
                  </a:cubicBezTo>
                  <a:cubicBezTo>
                    <a:pt x="4552569" y="213233"/>
                    <a:pt x="4567809" y="205613"/>
                    <a:pt x="4590669" y="213233"/>
                  </a:cubicBezTo>
                  <a:cubicBezTo>
                    <a:pt x="4613529" y="213233"/>
                    <a:pt x="4621149" y="236093"/>
                    <a:pt x="4613529" y="258953"/>
                  </a:cubicBezTo>
                  <a:cubicBezTo>
                    <a:pt x="4605909" y="274193"/>
                    <a:pt x="4590669" y="281813"/>
                    <a:pt x="4575429" y="281813"/>
                  </a:cubicBezTo>
                  <a:cubicBezTo>
                    <a:pt x="4575429" y="281813"/>
                    <a:pt x="4567809" y="281813"/>
                    <a:pt x="4567809" y="281813"/>
                  </a:cubicBezTo>
                  <a:close/>
                  <a:moveTo>
                    <a:pt x="2234311" y="251333"/>
                  </a:moveTo>
                  <a:cubicBezTo>
                    <a:pt x="2226691" y="236093"/>
                    <a:pt x="2234311" y="213233"/>
                    <a:pt x="2257171" y="205613"/>
                  </a:cubicBezTo>
                  <a:cubicBezTo>
                    <a:pt x="2272411" y="197993"/>
                    <a:pt x="2295271" y="205613"/>
                    <a:pt x="2302891" y="228473"/>
                  </a:cubicBezTo>
                  <a:cubicBezTo>
                    <a:pt x="2310511" y="243713"/>
                    <a:pt x="2302891" y="266573"/>
                    <a:pt x="2280031" y="274193"/>
                  </a:cubicBezTo>
                  <a:cubicBezTo>
                    <a:pt x="2280031" y="274193"/>
                    <a:pt x="2272411" y="281813"/>
                    <a:pt x="2272411" y="281813"/>
                  </a:cubicBezTo>
                  <a:cubicBezTo>
                    <a:pt x="2249551" y="281813"/>
                    <a:pt x="2241931" y="266573"/>
                    <a:pt x="2234311" y="251333"/>
                  </a:cubicBezTo>
                  <a:close/>
                  <a:moveTo>
                    <a:pt x="4361942" y="213233"/>
                  </a:moveTo>
                  <a:cubicBezTo>
                    <a:pt x="4346702" y="205613"/>
                    <a:pt x="4331462" y="190373"/>
                    <a:pt x="4339082" y="167513"/>
                  </a:cubicBezTo>
                  <a:cubicBezTo>
                    <a:pt x="4346702" y="144653"/>
                    <a:pt x="4361942" y="137033"/>
                    <a:pt x="4384802" y="144653"/>
                  </a:cubicBezTo>
                  <a:cubicBezTo>
                    <a:pt x="4407662" y="144653"/>
                    <a:pt x="4415282" y="167513"/>
                    <a:pt x="4407662" y="190373"/>
                  </a:cubicBezTo>
                  <a:cubicBezTo>
                    <a:pt x="4407662" y="205613"/>
                    <a:pt x="4392422" y="213233"/>
                    <a:pt x="4377182" y="213233"/>
                  </a:cubicBezTo>
                  <a:cubicBezTo>
                    <a:pt x="4369562" y="213233"/>
                    <a:pt x="4369562" y="213233"/>
                    <a:pt x="4361942" y="213233"/>
                  </a:cubicBezTo>
                  <a:close/>
                  <a:moveTo>
                    <a:pt x="2432558" y="182753"/>
                  </a:moveTo>
                  <a:cubicBezTo>
                    <a:pt x="2432558" y="167513"/>
                    <a:pt x="2440178" y="144653"/>
                    <a:pt x="2463038" y="137033"/>
                  </a:cubicBezTo>
                  <a:cubicBezTo>
                    <a:pt x="2478278" y="129413"/>
                    <a:pt x="2501138" y="144653"/>
                    <a:pt x="2508758" y="159893"/>
                  </a:cubicBezTo>
                  <a:cubicBezTo>
                    <a:pt x="2516378" y="182753"/>
                    <a:pt x="2501138" y="205613"/>
                    <a:pt x="2485898" y="213360"/>
                  </a:cubicBezTo>
                  <a:cubicBezTo>
                    <a:pt x="2478278" y="213360"/>
                    <a:pt x="2478278" y="213360"/>
                    <a:pt x="2470658" y="213360"/>
                  </a:cubicBezTo>
                  <a:cubicBezTo>
                    <a:pt x="2455418" y="213360"/>
                    <a:pt x="2440178" y="198120"/>
                    <a:pt x="2432558" y="182880"/>
                  </a:cubicBezTo>
                  <a:close/>
                  <a:moveTo>
                    <a:pt x="4155948" y="160020"/>
                  </a:moveTo>
                  <a:cubicBezTo>
                    <a:pt x="4140708" y="160020"/>
                    <a:pt x="4125468" y="137160"/>
                    <a:pt x="4133088" y="114300"/>
                  </a:cubicBezTo>
                  <a:cubicBezTo>
                    <a:pt x="4133088" y="91440"/>
                    <a:pt x="4155948" y="83820"/>
                    <a:pt x="4178808" y="83820"/>
                  </a:cubicBezTo>
                  <a:cubicBezTo>
                    <a:pt x="4194048" y="91440"/>
                    <a:pt x="4209288" y="114300"/>
                    <a:pt x="4201668" y="129540"/>
                  </a:cubicBezTo>
                  <a:cubicBezTo>
                    <a:pt x="4201668" y="152400"/>
                    <a:pt x="4186428" y="160020"/>
                    <a:pt x="4163568" y="160020"/>
                  </a:cubicBezTo>
                  <a:cubicBezTo>
                    <a:pt x="4163568" y="160020"/>
                    <a:pt x="4163568" y="160020"/>
                    <a:pt x="4155948" y="160020"/>
                  </a:cubicBezTo>
                  <a:close/>
                  <a:moveTo>
                    <a:pt x="2646045" y="129540"/>
                  </a:moveTo>
                  <a:cubicBezTo>
                    <a:pt x="2638425" y="106680"/>
                    <a:pt x="2653665" y="91440"/>
                    <a:pt x="2668905" y="83820"/>
                  </a:cubicBezTo>
                  <a:cubicBezTo>
                    <a:pt x="2691765" y="76200"/>
                    <a:pt x="2714625" y="91440"/>
                    <a:pt x="2714625" y="114300"/>
                  </a:cubicBezTo>
                  <a:cubicBezTo>
                    <a:pt x="2722245" y="129540"/>
                    <a:pt x="2707005" y="152400"/>
                    <a:pt x="2684145" y="160020"/>
                  </a:cubicBezTo>
                  <a:cubicBezTo>
                    <a:pt x="2684145" y="160020"/>
                    <a:pt x="2684145" y="160020"/>
                    <a:pt x="2676525" y="160020"/>
                  </a:cubicBezTo>
                  <a:cubicBezTo>
                    <a:pt x="2661285" y="160020"/>
                    <a:pt x="2646045" y="144780"/>
                    <a:pt x="2646045" y="129540"/>
                  </a:cubicBezTo>
                  <a:close/>
                  <a:moveTo>
                    <a:pt x="3950081" y="121920"/>
                  </a:moveTo>
                  <a:cubicBezTo>
                    <a:pt x="3927221" y="114300"/>
                    <a:pt x="3919601" y="99060"/>
                    <a:pt x="3919601" y="76200"/>
                  </a:cubicBezTo>
                  <a:cubicBezTo>
                    <a:pt x="3919601" y="53340"/>
                    <a:pt x="3942461" y="45720"/>
                    <a:pt x="3965321" y="45720"/>
                  </a:cubicBezTo>
                  <a:cubicBezTo>
                    <a:pt x="3980561" y="45720"/>
                    <a:pt x="3995801" y="68580"/>
                    <a:pt x="3995801" y="91440"/>
                  </a:cubicBezTo>
                  <a:cubicBezTo>
                    <a:pt x="3988181" y="106680"/>
                    <a:pt x="3972941" y="121920"/>
                    <a:pt x="3957701" y="121920"/>
                  </a:cubicBezTo>
                  <a:cubicBezTo>
                    <a:pt x="3957701" y="121920"/>
                    <a:pt x="3950081" y="121920"/>
                    <a:pt x="3950081" y="121920"/>
                  </a:cubicBezTo>
                  <a:close/>
                  <a:moveTo>
                    <a:pt x="2851912" y="83820"/>
                  </a:moveTo>
                  <a:cubicBezTo>
                    <a:pt x="2851912" y="68580"/>
                    <a:pt x="2867152" y="45720"/>
                    <a:pt x="2882392" y="45720"/>
                  </a:cubicBezTo>
                  <a:cubicBezTo>
                    <a:pt x="2905252" y="38100"/>
                    <a:pt x="2928112" y="53340"/>
                    <a:pt x="2928112" y="76200"/>
                  </a:cubicBezTo>
                  <a:cubicBezTo>
                    <a:pt x="2928112" y="99060"/>
                    <a:pt x="2920492" y="114300"/>
                    <a:pt x="2897632" y="121920"/>
                  </a:cubicBezTo>
                  <a:cubicBezTo>
                    <a:pt x="2897632" y="121920"/>
                    <a:pt x="2890012" y="121920"/>
                    <a:pt x="2890012" y="121920"/>
                  </a:cubicBezTo>
                  <a:cubicBezTo>
                    <a:pt x="2874772" y="121920"/>
                    <a:pt x="2851912" y="106680"/>
                    <a:pt x="2851912" y="83820"/>
                  </a:cubicBezTo>
                  <a:close/>
                  <a:moveTo>
                    <a:pt x="3744087" y="91440"/>
                  </a:moveTo>
                  <a:cubicBezTo>
                    <a:pt x="3721227" y="91440"/>
                    <a:pt x="3705987" y="76200"/>
                    <a:pt x="3705987" y="53340"/>
                  </a:cubicBezTo>
                  <a:cubicBezTo>
                    <a:pt x="3705987" y="30480"/>
                    <a:pt x="3728847" y="15240"/>
                    <a:pt x="3751707" y="15240"/>
                  </a:cubicBezTo>
                  <a:cubicBezTo>
                    <a:pt x="3766947" y="22860"/>
                    <a:pt x="3782187" y="38100"/>
                    <a:pt x="3782187" y="60960"/>
                  </a:cubicBezTo>
                  <a:cubicBezTo>
                    <a:pt x="3782187" y="76200"/>
                    <a:pt x="3766947" y="91440"/>
                    <a:pt x="3744087" y="91440"/>
                  </a:cubicBezTo>
                  <a:close/>
                  <a:moveTo>
                    <a:pt x="3065399" y="60960"/>
                  </a:moveTo>
                  <a:cubicBezTo>
                    <a:pt x="3065399" y="38100"/>
                    <a:pt x="3080639" y="15240"/>
                    <a:pt x="3095879" y="15240"/>
                  </a:cubicBezTo>
                  <a:cubicBezTo>
                    <a:pt x="3118739" y="15240"/>
                    <a:pt x="3141599" y="30480"/>
                    <a:pt x="3141599" y="53340"/>
                  </a:cubicBezTo>
                  <a:cubicBezTo>
                    <a:pt x="3141599" y="68580"/>
                    <a:pt x="3126359" y="91440"/>
                    <a:pt x="3103499" y="91440"/>
                  </a:cubicBezTo>
                  <a:cubicBezTo>
                    <a:pt x="3080639" y="91440"/>
                    <a:pt x="3065399" y="76200"/>
                    <a:pt x="3065399" y="60960"/>
                  </a:cubicBezTo>
                  <a:close/>
                  <a:moveTo>
                    <a:pt x="3530600" y="83820"/>
                  </a:moveTo>
                  <a:cubicBezTo>
                    <a:pt x="3507740" y="76200"/>
                    <a:pt x="3492500" y="60960"/>
                    <a:pt x="3492500" y="38100"/>
                  </a:cubicBezTo>
                  <a:cubicBezTo>
                    <a:pt x="3492500" y="22860"/>
                    <a:pt x="3507740" y="0"/>
                    <a:pt x="3530600" y="7620"/>
                  </a:cubicBezTo>
                  <a:cubicBezTo>
                    <a:pt x="3553460" y="7620"/>
                    <a:pt x="3568700" y="22860"/>
                    <a:pt x="3568700" y="45720"/>
                  </a:cubicBezTo>
                  <a:cubicBezTo>
                    <a:pt x="3568700" y="60960"/>
                    <a:pt x="3553460" y="83820"/>
                    <a:pt x="3530600" y="83820"/>
                  </a:cubicBezTo>
                  <a:close/>
                  <a:moveTo>
                    <a:pt x="3278886" y="45720"/>
                  </a:moveTo>
                  <a:cubicBezTo>
                    <a:pt x="3278886" y="22860"/>
                    <a:pt x="3294126" y="7620"/>
                    <a:pt x="3316986" y="0"/>
                  </a:cubicBezTo>
                  <a:cubicBezTo>
                    <a:pt x="3339846" y="0"/>
                    <a:pt x="3355086" y="22860"/>
                    <a:pt x="3355086" y="38100"/>
                  </a:cubicBezTo>
                  <a:cubicBezTo>
                    <a:pt x="3355086" y="60960"/>
                    <a:pt x="3339846" y="76200"/>
                    <a:pt x="3316986" y="76200"/>
                  </a:cubicBezTo>
                  <a:cubicBezTo>
                    <a:pt x="3294126" y="76200"/>
                    <a:pt x="3278886" y="60960"/>
                    <a:pt x="3278886" y="45720"/>
                  </a:cubicBezTo>
                  <a:close/>
                </a:path>
              </a:pathLst>
            </a:custGeom>
            <a:solidFill>
              <a:srgbClr val="BFBF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977151" y="1976651"/>
            <a:ext cx="6333698" cy="633369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0" cap="sq">
              <a:solidFill>
                <a:srgbClr val="397D5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22124" y="7754894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2059222" y="-798391"/>
            <a:ext cx="4118443" cy="3654183"/>
          </a:xfrm>
          <a:custGeom>
            <a:avLst/>
            <a:gdLst/>
            <a:ahLst/>
            <a:cxnLst/>
            <a:rect r="r" b="b" t="t" l="l"/>
            <a:pathLst>
              <a:path h="3654183" w="4118443">
                <a:moveTo>
                  <a:pt x="4118444" y="3654182"/>
                </a:moveTo>
                <a:lnTo>
                  <a:pt x="0" y="3654182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17422" y="3864036"/>
            <a:ext cx="8992209" cy="1057169"/>
            <a:chOff x="0" y="0"/>
            <a:chExt cx="11989612" cy="140955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1989612" cy="1409559"/>
              <a:chOff x="0" y="0"/>
              <a:chExt cx="3787068" cy="44522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787068" cy="445227"/>
              </a:xfrm>
              <a:custGeom>
                <a:avLst/>
                <a:gdLst/>
                <a:ahLst/>
                <a:cxnLst/>
                <a:rect r="r" b="b" t="t" l="l"/>
                <a:pathLst>
                  <a:path h="445227" w="3787068">
                    <a:moveTo>
                      <a:pt x="0" y="0"/>
                    </a:moveTo>
                    <a:lnTo>
                      <a:pt x="3787068" y="0"/>
                    </a:lnTo>
                    <a:lnTo>
                      <a:pt x="3787068" y="445227"/>
                    </a:lnTo>
                    <a:lnTo>
                      <a:pt x="0" y="445227"/>
                    </a:lnTo>
                    <a:close/>
                  </a:path>
                </a:pathLst>
              </a:custGeom>
              <a:solidFill>
                <a:srgbClr val="47946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"/>
                <a:ext cx="3787068" cy="4547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72858" y="-165962"/>
              <a:ext cx="11469238" cy="1531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81"/>
                </a:lnSpc>
              </a:pPr>
              <a:r>
                <a:rPr lang="en-US" sz="6508" spc="637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DEMONSTRATION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57072" y="4921205"/>
            <a:ext cx="12773855" cy="1501759"/>
            <a:chOff x="0" y="0"/>
            <a:chExt cx="17031807" cy="200234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7031807" cy="2002345"/>
              <a:chOff x="0" y="0"/>
              <a:chExt cx="3787068" cy="44522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787068" cy="445227"/>
              </a:xfrm>
              <a:custGeom>
                <a:avLst/>
                <a:gdLst/>
                <a:ahLst/>
                <a:cxnLst/>
                <a:rect r="r" b="b" t="t" l="l"/>
                <a:pathLst>
                  <a:path h="445227" w="3787068">
                    <a:moveTo>
                      <a:pt x="0" y="0"/>
                    </a:moveTo>
                    <a:lnTo>
                      <a:pt x="3787068" y="0"/>
                    </a:lnTo>
                    <a:lnTo>
                      <a:pt x="3787068" y="445227"/>
                    </a:lnTo>
                    <a:lnTo>
                      <a:pt x="0" y="445227"/>
                    </a:lnTo>
                    <a:close/>
                  </a:path>
                </a:pathLst>
              </a:custGeom>
              <a:solidFill>
                <a:srgbClr val="1C573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787068" cy="4642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8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32211" y="-67144"/>
              <a:ext cx="15719274" cy="2069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15"/>
                </a:lnSpc>
              </a:pPr>
              <a:r>
                <a:rPr lang="en-US" sz="8779" spc="860">
                  <a:solidFill>
                    <a:srgbClr val="FFFFFF"/>
                  </a:solidFill>
                  <a:latin typeface="Codec Pro ExtraBold"/>
                  <a:ea typeface="Codec Pro ExtraBold"/>
                  <a:cs typeface="Codec Pro ExtraBold"/>
                  <a:sym typeface="Codec Pro ExtraBold"/>
                </a:rPr>
                <a:t>GEMINI CHATBOT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6184" y="496108"/>
            <a:ext cx="5215632" cy="9294784"/>
          </a:xfrm>
          <a:custGeom>
            <a:avLst/>
            <a:gdLst/>
            <a:ahLst/>
            <a:cxnLst/>
            <a:rect r="r" b="b" t="t" l="l"/>
            <a:pathLst>
              <a:path h="9294784" w="5215632">
                <a:moveTo>
                  <a:pt x="0" y="0"/>
                </a:moveTo>
                <a:lnTo>
                  <a:pt x="5215632" y="0"/>
                </a:lnTo>
                <a:lnTo>
                  <a:pt x="5215632" y="9294784"/>
                </a:lnTo>
                <a:lnTo>
                  <a:pt x="0" y="9294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29255" y="-1605523"/>
            <a:ext cx="2107691" cy="6267214"/>
            <a:chOff x="0" y="0"/>
            <a:chExt cx="870859" cy="258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859" cy="2589497"/>
            </a:xfrm>
            <a:custGeom>
              <a:avLst/>
              <a:gdLst/>
              <a:ahLst/>
              <a:cxnLst/>
              <a:rect r="r" b="b" t="t" l="l"/>
              <a:pathLst>
                <a:path h="2589497" w="870859">
                  <a:moveTo>
                    <a:pt x="117542" y="0"/>
                  </a:moveTo>
                  <a:lnTo>
                    <a:pt x="753318" y="0"/>
                  </a:lnTo>
                  <a:cubicBezTo>
                    <a:pt x="784492" y="0"/>
                    <a:pt x="814389" y="12384"/>
                    <a:pt x="836432" y="34427"/>
                  </a:cubicBezTo>
                  <a:cubicBezTo>
                    <a:pt x="858475" y="56470"/>
                    <a:pt x="870859" y="86368"/>
                    <a:pt x="870859" y="117542"/>
                  </a:cubicBezTo>
                  <a:lnTo>
                    <a:pt x="870859" y="2471956"/>
                  </a:lnTo>
                  <a:cubicBezTo>
                    <a:pt x="870859" y="2503130"/>
                    <a:pt x="858475" y="2533027"/>
                    <a:pt x="836432" y="2555070"/>
                  </a:cubicBezTo>
                  <a:cubicBezTo>
                    <a:pt x="814389" y="2577113"/>
                    <a:pt x="784492" y="2589497"/>
                    <a:pt x="753318" y="2589497"/>
                  </a:cubicBezTo>
                  <a:lnTo>
                    <a:pt x="117542" y="2589497"/>
                  </a:lnTo>
                  <a:cubicBezTo>
                    <a:pt x="86368" y="2589497"/>
                    <a:pt x="56470" y="2577113"/>
                    <a:pt x="34427" y="2555070"/>
                  </a:cubicBezTo>
                  <a:cubicBezTo>
                    <a:pt x="12384" y="2533027"/>
                    <a:pt x="0" y="2503130"/>
                    <a:pt x="0" y="2471956"/>
                  </a:cubicBezTo>
                  <a:lnTo>
                    <a:pt x="0" y="117542"/>
                  </a:lnTo>
                  <a:cubicBezTo>
                    <a:pt x="0" y="86368"/>
                    <a:pt x="12384" y="56470"/>
                    <a:pt x="34427" y="34427"/>
                  </a:cubicBezTo>
                  <a:cubicBezTo>
                    <a:pt x="56470" y="12384"/>
                    <a:pt x="86368" y="0"/>
                    <a:pt x="117542" y="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70859" cy="2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7847" y="988589"/>
            <a:ext cx="4417680" cy="111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3"/>
              </a:lnSpc>
              <a:spcBef>
                <a:spcPct val="0"/>
              </a:spcBef>
            </a:pPr>
            <a:r>
              <a:rPr lang="en-US" sz="7599" spc="26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Chatbot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560220" y="172818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83100" y="6626291"/>
            <a:ext cx="4353084" cy="656363"/>
            <a:chOff x="0" y="0"/>
            <a:chExt cx="11060309" cy="1667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17220" cy="1714212"/>
            </a:xfrm>
            <a:custGeom>
              <a:avLst/>
              <a:gdLst/>
              <a:ahLst/>
              <a:cxnLst/>
              <a:rect r="r" b="b" t="t" l="l"/>
              <a:pathLst>
                <a:path h="1714212" w="11117220">
                  <a:moveTo>
                    <a:pt x="9696481" y="0"/>
                  </a:moveTo>
                  <a:lnTo>
                    <a:pt x="0" y="0"/>
                  </a:lnTo>
                  <a:lnTo>
                    <a:pt x="1256609" y="728773"/>
                  </a:lnTo>
                  <a:cubicBezTo>
                    <a:pt x="1315849" y="763140"/>
                    <a:pt x="1346326" y="808667"/>
                    <a:pt x="1346326" y="854084"/>
                  </a:cubicBezTo>
                  <a:cubicBezTo>
                    <a:pt x="1346326" y="899501"/>
                    <a:pt x="1316802" y="944587"/>
                    <a:pt x="1256609" y="979396"/>
                  </a:cubicBezTo>
                  <a:lnTo>
                    <a:pt x="952" y="1714212"/>
                  </a:lnTo>
                  <a:lnTo>
                    <a:pt x="9695719" y="1714212"/>
                  </a:lnTo>
                  <a:lnTo>
                    <a:pt x="11117220" y="854084"/>
                  </a:lnTo>
                  <a:lnTo>
                    <a:pt x="9696481" y="0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51816" y="8849874"/>
            <a:ext cx="3023336" cy="702552"/>
            <a:chOff x="0" y="0"/>
            <a:chExt cx="6961683" cy="1617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9144" cy="1664256"/>
            </a:xfrm>
            <a:custGeom>
              <a:avLst/>
              <a:gdLst/>
              <a:ahLst/>
              <a:cxnLst/>
              <a:rect r="r" b="b" t="t" l="l"/>
              <a:pathLst>
                <a:path h="1664256" w="7019144">
                  <a:moveTo>
                    <a:pt x="912643" y="1664256"/>
                  </a:moveTo>
                  <a:lnTo>
                    <a:pt x="7019144" y="1664256"/>
                  </a:lnTo>
                  <a:lnTo>
                    <a:pt x="6224910" y="950058"/>
                  </a:lnTo>
                  <a:cubicBezTo>
                    <a:pt x="6187638" y="916720"/>
                    <a:pt x="6168461" y="872557"/>
                    <a:pt x="6168461" y="828500"/>
                  </a:cubicBezTo>
                  <a:cubicBezTo>
                    <a:pt x="6168461" y="784443"/>
                    <a:pt x="6187158" y="740708"/>
                    <a:pt x="6224910" y="706942"/>
                  </a:cubicBezTo>
                  <a:lnTo>
                    <a:pt x="7018635" y="0"/>
                  </a:lnTo>
                  <a:lnTo>
                    <a:pt x="912643" y="0"/>
                  </a:lnTo>
                  <a:lnTo>
                    <a:pt x="0" y="827964"/>
                  </a:lnTo>
                  <a:lnTo>
                    <a:pt x="912643" y="1664129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57077" y="8977573"/>
            <a:ext cx="2019811" cy="54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b="true" sz="2319" spc="21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Take photo and send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34088" y="8796769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6687" y="6692966"/>
            <a:ext cx="3288237" cy="54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b="true" sz="2319" spc="21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Receive recommendations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570" y="6483416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644310" y="8862075"/>
            <a:ext cx="2902332" cy="678150"/>
            <a:chOff x="0" y="0"/>
            <a:chExt cx="7374240" cy="17230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1151" cy="1769569"/>
            </a:xfrm>
            <a:custGeom>
              <a:avLst/>
              <a:gdLst/>
              <a:ahLst/>
              <a:cxnLst/>
              <a:rect r="r" b="b" t="t" l="l"/>
              <a:pathLst>
                <a:path h="1769569" w="7431151">
                  <a:moveTo>
                    <a:pt x="6464935" y="0"/>
                  </a:moveTo>
                  <a:lnTo>
                    <a:pt x="0" y="0"/>
                  </a:lnTo>
                  <a:lnTo>
                    <a:pt x="837819" y="752964"/>
                  </a:lnTo>
                  <a:cubicBezTo>
                    <a:pt x="877316" y="788471"/>
                    <a:pt x="897636" y="835510"/>
                    <a:pt x="897636" y="882435"/>
                  </a:cubicBezTo>
                  <a:cubicBezTo>
                    <a:pt x="897636" y="929359"/>
                    <a:pt x="877951" y="975941"/>
                    <a:pt x="837819" y="1011905"/>
                  </a:cubicBezTo>
                  <a:lnTo>
                    <a:pt x="635" y="1769569"/>
                  </a:lnTo>
                  <a:lnTo>
                    <a:pt x="6464427" y="1769569"/>
                  </a:lnTo>
                  <a:lnTo>
                    <a:pt x="7431151" y="882435"/>
                  </a:lnTo>
                  <a:lnTo>
                    <a:pt x="6464935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190012" y="8941637"/>
            <a:ext cx="2073706" cy="5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b="true" sz="2318" spc="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Follow-up questions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06687" y="8760037"/>
            <a:ext cx="979531" cy="79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4381" spc="429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29255" y="-1605523"/>
            <a:ext cx="2107691" cy="6267214"/>
            <a:chOff x="0" y="0"/>
            <a:chExt cx="870859" cy="258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859" cy="2589497"/>
            </a:xfrm>
            <a:custGeom>
              <a:avLst/>
              <a:gdLst/>
              <a:ahLst/>
              <a:cxnLst/>
              <a:rect r="r" b="b" t="t" l="l"/>
              <a:pathLst>
                <a:path h="2589497" w="870859">
                  <a:moveTo>
                    <a:pt x="118533" y="0"/>
                  </a:moveTo>
                  <a:lnTo>
                    <a:pt x="752326" y="0"/>
                  </a:lnTo>
                  <a:cubicBezTo>
                    <a:pt x="817790" y="0"/>
                    <a:pt x="870859" y="53069"/>
                    <a:pt x="870859" y="118533"/>
                  </a:cubicBezTo>
                  <a:lnTo>
                    <a:pt x="870859" y="2470964"/>
                  </a:lnTo>
                  <a:cubicBezTo>
                    <a:pt x="870859" y="2536428"/>
                    <a:pt x="817790" y="2589497"/>
                    <a:pt x="752326" y="2589497"/>
                  </a:cubicBezTo>
                  <a:lnTo>
                    <a:pt x="118533" y="2589497"/>
                  </a:lnTo>
                  <a:cubicBezTo>
                    <a:pt x="53069" y="2589497"/>
                    <a:pt x="0" y="2536428"/>
                    <a:pt x="0" y="2470964"/>
                  </a:cubicBezTo>
                  <a:lnTo>
                    <a:pt x="0" y="118533"/>
                  </a:lnTo>
                  <a:cubicBezTo>
                    <a:pt x="0" y="53069"/>
                    <a:pt x="53069" y="0"/>
                    <a:pt x="118533" y="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70859" cy="2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32033" y="-1889293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742179" y="5378679"/>
            <a:ext cx="2881637" cy="935173"/>
            <a:chOff x="0" y="0"/>
            <a:chExt cx="764706" cy="248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4706" cy="248169"/>
            </a:xfrm>
            <a:custGeom>
              <a:avLst/>
              <a:gdLst/>
              <a:ahLst/>
              <a:cxnLst/>
              <a:rect r="r" b="b" t="t" l="l"/>
              <a:pathLst>
                <a:path h="248169" w="764706">
                  <a:moveTo>
                    <a:pt x="115526" y="0"/>
                  </a:moveTo>
                  <a:lnTo>
                    <a:pt x="649180" y="0"/>
                  </a:lnTo>
                  <a:cubicBezTo>
                    <a:pt x="679820" y="0"/>
                    <a:pt x="709204" y="12171"/>
                    <a:pt x="730869" y="33837"/>
                  </a:cubicBezTo>
                  <a:cubicBezTo>
                    <a:pt x="752534" y="55502"/>
                    <a:pt x="764706" y="84886"/>
                    <a:pt x="764706" y="115526"/>
                  </a:cubicBezTo>
                  <a:lnTo>
                    <a:pt x="764706" y="132643"/>
                  </a:lnTo>
                  <a:cubicBezTo>
                    <a:pt x="764706" y="196446"/>
                    <a:pt x="712983" y="248169"/>
                    <a:pt x="649180" y="248169"/>
                  </a:cubicBezTo>
                  <a:lnTo>
                    <a:pt x="115526" y="248169"/>
                  </a:lnTo>
                  <a:cubicBezTo>
                    <a:pt x="51723" y="248169"/>
                    <a:pt x="0" y="196446"/>
                    <a:pt x="0" y="132643"/>
                  </a:cubicBezTo>
                  <a:lnTo>
                    <a:pt x="0" y="115526"/>
                  </a:lnTo>
                  <a:cubicBezTo>
                    <a:pt x="0" y="51723"/>
                    <a:pt x="51723" y="0"/>
                    <a:pt x="11552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397D5A"/>
              </a:solidFill>
              <a:prstDash val="sysDot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64706" cy="257694"/>
            </a:xfrm>
            <a:prstGeom prst="rect">
              <a:avLst/>
            </a:prstGeom>
          </p:spPr>
          <p:txBody>
            <a:bodyPr anchor="ctr" rtlCol="false" tIns="50418" lIns="50418" bIns="50418" rIns="50418"/>
            <a:lstStyle/>
            <a:p>
              <a:pPr algn="ctr">
                <a:lnSpc>
                  <a:spcPts val="2860"/>
                </a:lnSpc>
              </a:pPr>
              <a:r>
                <a:rPr lang="en-US" b="true" sz="2200">
                  <a:solidFill>
                    <a:srgbClr val="00924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Photo of Menu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75431" y="3826062"/>
            <a:ext cx="5384016" cy="6116318"/>
            <a:chOff x="0" y="0"/>
            <a:chExt cx="1418012" cy="16108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8012" cy="1610882"/>
            </a:xfrm>
            <a:custGeom>
              <a:avLst/>
              <a:gdLst/>
              <a:ahLst/>
              <a:cxnLst/>
              <a:rect r="r" b="b" t="t" l="l"/>
              <a:pathLst>
                <a:path h="1610882" w="1418012">
                  <a:moveTo>
                    <a:pt x="73335" y="0"/>
                  </a:moveTo>
                  <a:lnTo>
                    <a:pt x="1344677" y="0"/>
                  </a:lnTo>
                  <a:cubicBezTo>
                    <a:pt x="1385179" y="0"/>
                    <a:pt x="1418012" y="32833"/>
                    <a:pt x="1418012" y="73335"/>
                  </a:cubicBezTo>
                  <a:lnTo>
                    <a:pt x="1418012" y="1537547"/>
                  </a:lnTo>
                  <a:cubicBezTo>
                    <a:pt x="1418012" y="1578049"/>
                    <a:pt x="1385179" y="1610882"/>
                    <a:pt x="1344677" y="1610882"/>
                  </a:cubicBezTo>
                  <a:lnTo>
                    <a:pt x="73335" y="1610882"/>
                  </a:lnTo>
                  <a:cubicBezTo>
                    <a:pt x="32833" y="1610882"/>
                    <a:pt x="0" y="1578049"/>
                    <a:pt x="0" y="1537547"/>
                  </a:cubicBezTo>
                  <a:lnTo>
                    <a:pt x="0" y="73335"/>
                  </a:lnTo>
                  <a:cubicBezTo>
                    <a:pt x="0" y="32833"/>
                    <a:pt x="32833" y="0"/>
                    <a:pt x="73335" y="0"/>
                  </a:cubicBezTo>
                  <a:close/>
                </a:path>
              </a:pathLst>
            </a:custGeom>
            <a:solidFill>
              <a:srgbClr val="8BC349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18012" cy="1629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86612" y="7351303"/>
            <a:ext cx="4688734" cy="665245"/>
            <a:chOff x="0" y="0"/>
            <a:chExt cx="6251645" cy="88699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251645" cy="886994"/>
              <a:chOff x="0" y="0"/>
              <a:chExt cx="1168339" cy="16576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68339" cy="165766"/>
              </a:xfrm>
              <a:custGeom>
                <a:avLst/>
                <a:gdLst/>
                <a:ahLst/>
                <a:cxnLst/>
                <a:rect r="r" b="b" t="t" l="l"/>
                <a:pathLst>
                  <a:path h="165766" w="1168339">
                    <a:moveTo>
                      <a:pt x="71001" y="0"/>
                    </a:moveTo>
                    <a:lnTo>
                      <a:pt x="1097339" y="0"/>
                    </a:lnTo>
                    <a:cubicBezTo>
                      <a:pt x="1136551" y="0"/>
                      <a:pt x="1168339" y="31788"/>
                      <a:pt x="1168339" y="71001"/>
                    </a:cubicBezTo>
                    <a:lnTo>
                      <a:pt x="1168339" y="94765"/>
                    </a:lnTo>
                    <a:cubicBezTo>
                      <a:pt x="1168339" y="133978"/>
                      <a:pt x="1136551" y="165766"/>
                      <a:pt x="1097339" y="165766"/>
                    </a:cubicBezTo>
                    <a:lnTo>
                      <a:pt x="71001" y="165766"/>
                    </a:lnTo>
                    <a:cubicBezTo>
                      <a:pt x="31788" y="165766"/>
                      <a:pt x="0" y="133978"/>
                      <a:pt x="0" y="94765"/>
                    </a:cubicBezTo>
                    <a:lnTo>
                      <a:pt x="0" y="71001"/>
                    </a:lnTo>
                    <a:cubicBezTo>
                      <a:pt x="0" y="31788"/>
                      <a:pt x="31788" y="0"/>
                      <a:pt x="71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168339" cy="184816"/>
              </a:xfrm>
              <a:prstGeom prst="rect">
                <a:avLst/>
              </a:prstGeom>
            </p:spPr>
            <p:txBody>
              <a:bodyPr anchor="ctr" rtlCol="false" tIns="53694" lIns="53694" bIns="53694" rIns="53694"/>
              <a:lstStyle/>
              <a:p>
                <a:pPr algn="l" marL="474976" indent="-237488" lvl="1">
                  <a:lnSpc>
                    <a:spcPts val="2859"/>
                  </a:lnSpc>
                  <a:buFont typeface="Arial"/>
                  <a:buChar char="•"/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83598" y="191014"/>
              <a:ext cx="4884450" cy="534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1"/>
                </a:lnSpc>
                <a:spcBef>
                  <a:spcPct val="0"/>
                </a:spcBef>
              </a:pPr>
              <a:r>
                <a:rPr lang="en-US" b="true" sz="2450" spc="240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Recommend foods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 flipV="true">
            <a:off x="4173472" y="4349979"/>
            <a:ext cx="9525" cy="10287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977525" y="7165508"/>
            <a:ext cx="2410945" cy="2428763"/>
          </a:xfrm>
          <a:custGeom>
            <a:avLst/>
            <a:gdLst/>
            <a:ahLst/>
            <a:cxnLst/>
            <a:rect r="r" b="b" t="t" l="l"/>
            <a:pathLst>
              <a:path h="2428763" w="2410945">
                <a:moveTo>
                  <a:pt x="0" y="0"/>
                </a:moveTo>
                <a:lnTo>
                  <a:pt x="2410944" y="0"/>
                </a:lnTo>
                <a:lnTo>
                  <a:pt x="2410944" y="2428764"/>
                </a:lnTo>
                <a:lnTo>
                  <a:pt x="0" y="2428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9" t="0" r="-369" b="0"/>
            </a:stretch>
          </a:blipFill>
        </p:spPr>
      </p:sp>
      <p:sp>
        <p:nvSpPr>
          <p:cNvPr name="AutoShape 20" id="20"/>
          <p:cNvSpPr/>
          <p:nvPr/>
        </p:nvSpPr>
        <p:spPr>
          <a:xfrm flipH="true" flipV="true">
            <a:off x="4182997" y="6313852"/>
            <a:ext cx="0" cy="8516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7325347" y="1364590"/>
            <a:ext cx="5047006" cy="1273818"/>
            <a:chOff x="0" y="0"/>
            <a:chExt cx="6729341" cy="169842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29341" cy="1698425"/>
              <a:chOff x="0" y="0"/>
              <a:chExt cx="1339334" cy="33803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39334" cy="338036"/>
              </a:xfrm>
              <a:custGeom>
                <a:avLst/>
                <a:gdLst/>
                <a:ahLst/>
                <a:cxnLst/>
                <a:rect r="r" b="b" t="t" l="l"/>
                <a:pathLst>
                  <a:path h="338036" w="1339334">
                    <a:moveTo>
                      <a:pt x="65960" y="0"/>
                    </a:moveTo>
                    <a:lnTo>
                      <a:pt x="1273374" y="0"/>
                    </a:lnTo>
                    <a:cubicBezTo>
                      <a:pt x="1309803" y="0"/>
                      <a:pt x="1339334" y="29531"/>
                      <a:pt x="1339334" y="65960"/>
                    </a:cubicBezTo>
                    <a:lnTo>
                      <a:pt x="1339334" y="272075"/>
                    </a:lnTo>
                    <a:cubicBezTo>
                      <a:pt x="1339334" y="289569"/>
                      <a:pt x="1332385" y="306347"/>
                      <a:pt x="1320015" y="318716"/>
                    </a:cubicBezTo>
                    <a:cubicBezTo>
                      <a:pt x="1307645" y="331086"/>
                      <a:pt x="1290868" y="338036"/>
                      <a:pt x="1273374" y="338036"/>
                    </a:cubicBezTo>
                    <a:lnTo>
                      <a:pt x="65960" y="338036"/>
                    </a:lnTo>
                    <a:cubicBezTo>
                      <a:pt x="48467" y="338036"/>
                      <a:pt x="31689" y="331086"/>
                      <a:pt x="19319" y="318716"/>
                    </a:cubicBezTo>
                    <a:cubicBezTo>
                      <a:pt x="6949" y="306347"/>
                      <a:pt x="0" y="289569"/>
                      <a:pt x="0" y="272075"/>
                    </a:cubicBezTo>
                    <a:lnTo>
                      <a:pt x="0" y="65960"/>
                    </a:lnTo>
                    <a:cubicBezTo>
                      <a:pt x="0" y="48467"/>
                      <a:pt x="6949" y="31689"/>
                      <a:pt x="19319" y="19319"/>
                    </a:cubicBezTo>
                    <a:cubicBezTo>
                      <a:pt x="31689" y="6949"/>
                      <a:pt x="48467" y="0"/>
                      <a:pt x="65960" y="0"/>
                    </a:cubicBezTo>
                    <a:close/>
                  </a:path>
                </a:pathLst>
              </a:custGeom>
              <a:solidFill>
                <a:srgbClr val="6B826B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1339334" cy="347561"/>
              </a:xfrm>
              <a:prstGeom prst="rect">
                <a:avLst/>
              </a:prstGeom>
            </p:spPr>
            <p:txBody>
              <a:bodyPr anchor="ctr" rtlCol="false" tIns="50418" lIns="50418" bIns="50418" rIns="50418"/>
              <a:lstStyle/>
              <a:p>
                <a:pPr algn="l" marL="474981" indent="-237491" lvl="1">
                  <a:lnSpc>
                    <a:spcPts val="2860"/>
                  </a:lnSpc>
                  <a:buFont typeface="Arial"/>
                  <a:buChar char="•"/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787203" y="470304"/>
              <a:ext cx="4586420" cy="686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78"/>
                </a:lnSpc>
                <a:spcBef>
                  <a:spcPct val="0"/>
                </a:spcBef>
              </a:pPr>
              <a:r>
                <a:rPr lang="en-US" b="true" sz="3100" spc="303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SERVER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902172" y="8177538"/>
            <a:ext cx="972595" cy="972595"/>
          </a:xfrm>
          <a:custGeom>
            <a:avLst/>
            <a:gdLst/>
            <a:ahLst/>
            <a:cxnLst/>
            <a:rect r="r" b="b" t="t" l="l"/>
            <a:pathLst>
              <a:path h="972595" w="972595">
                <a:moveTo>
                  <a:pt x="0" y="0"/>
                </a:moveTo>
                <a:lnTo>
                  <a:pt x="972595" y="0"/>
                </a:lnTo>
                <a:lnTo>
                  <a:pt x="972595" y="972596"/>
                </a:lnTo>
                <a:lnTo>
                  <a:pt x="0" y="97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7" id="27"/>
          <p:cNvSpPr/>
          <p:nvPr/>
        </p:nvSpPr>
        <p:spPr>
          <a:xfrm flipV="true">
            <a:off x="6099220" y="2001499"/>
            <a:ext cx="1226127" cy="19752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7868117" y="4426179"/>
            <a:ext cx="4012688" cy="2726323"/>
          </a:xfrm>
          <a:custGeom>
            <a:avLst/>
            <a:gdLst/>
            <a:ahLst/>
            <a:cxnLst/>
            <a:rect r="r" b="b" t="t" l="l"/>
            <a:pathLst>
              <a:path h="2726323" w="4012688">
                <a:moveTo>
                  <a:pt x="0" y="0"/>
                </a:moveTo>
                <a:lnTo>
                  <a:pt x="4012687" y="0"/>
                </a:lnTo>
                <a:lnTo>
                  <a:pt x="4012687" y="2726323"/>
                </a:lnTo>
                <a:lnTo>
                  <a:pt x="0" y="272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835" t="-2276" r="-922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9" id="29"/>
          <p:cNvSpPr/>
          <p:nvPr/>
        </p:nvSpPr>
        <p:spPr>
          <a:xfrm flipH="true">
            <a:off x="9874461" y="3444607"/>
            <a:ext cx="0" cy="9815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7325347" y="2742032"/>
            <a:ext cx="5098227" cy="702574"/>
            <a:chOff x="0" y="0"/>
            <a:chExt cx="1332875" cy="183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2875" cy="183680"/>
            </a:xfrm>
            <a:custGeom>
              <a:avLst/>
              <a:gdLst/>
              <a:ahLst/>
              <a:cxnLst/>
              <a:rect r="r" b="b" t="t" l="l"/>
              <a:pathLst>
                <a:path h="183680" w="1332875">
                  <a:moveTo>
                    <a:pt x="65298" y="0"/>
                  </a:moveTo>
                  <a:lnTo>
                    <a:pt x="1267577" y="0"/>
                  </a:lnTo>
                  <a:cubicBezTo>
                    <a:pt x="1303640" y="0"/>
                    <a:pt x="1332875" y="29235"/>
                    <a:pt x="1332875" y="65298"/>
                  </a:cubicBezTo>
                  <a:lnTo>
                    <a:pt x="1332875" y="118383"/>
                  </a:lnTo>
                  <a:cubicBezTo>
                    <a:pt x="1332875" y="154445"/>
                    <a:pt x="1303640" y="183680"/>
                    <a:pt x="1267577" y="183680"/>
                  </a:cubicBezTo>
                  <a:lnTo>
                    <a:pt x="65298" y="183680"/>
                  </a:lnTo>
                  <a:cubicBezTo>
                    <a:pt x="29235" y="183680"/>
                    <a:pt x="0" y="154445"/>
                    <a:pt x="0" y="118383"/>
                  </a:cubicBezTo>
                  <a:lnTo>
                    <a:pt x="0" y="65298"/>
                  </a:lnTo>
                  <a:cubicBezTo>
                    <a:pt x="0" y="29235"/>
                    <a:pt x="29235" y="0"/>
                    <a:pt x="6529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397D5A"/>
              </a:solidFill>
              <a:prstDash val="sysDot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332875" cy="202730"/>
            </a:xfrm>
            <a:prstGeom prst="rect">
              <a:avLst/>
            </a:prstGeom>
          </p:spPr>
          <p:txBody>
            <a:bodyPr anchor="ctr" rtlCol="false" tIns="51176" lIns="51176" bIns="51176" rIns="51176"/>
            <a:lstStyle/>
            <a:p>
              <a:pPr algn="l" marL="474979" indent="-237490" lvl="1">
                <a:lnSpc>
                  <a:spcPts val="2859"/>
                </a:lnSpc>
                <a:buFont typeface="Arial"/>
                <a:buChar char="•"/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733550" y="7684316"/>
            <a:ext cx="1524499" cy="1524499"/>
          </a:xfrm>
          <a:custGeom>
            <a:avLst/>
            <a:gdLst/>
            <a:ahLst/>
            <a:cxnLst/>
            <a:rect r="r" b="b" t="t" l="l"/>
            <a:pathLst>
              <a:path h="1524499" w="1524499">
                <a:moveTo>
                  <a:pt x="0" y="0"/>
                </a:moveTo>
                <a:lnTo>
                  <a:pt x="1524499" y="0"/>
                </a:lnTo>
                <a:lnTo>
                  <a:pt x="1524499" y="1524498"/>
                </a:lnTo>
                <a:lnTo>
                  <a:pt x="0" y="1524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3653846">
            <a:off x="16330748" y="740845"/>
            <a:ext cx="3151659" cy="3151659"/>
          </a:xfrm>
          <a:custGeom>
            <a:avLst/>
            <a:gdLst/>
            <a:ahLst/>
            <a:cxnLst/>
            <a:rect r="r" b="b" t="t" l="l"/>
            <a:pathLst>
              <a:path h="3151659" w="3151659">
                <a:moveTo>
                  <a:pt x="0" y="0"/>
                </a:moveTo>
                <a:lnTo>
                  <a:pt x="3151659" y="0"/>
                </a:lnTo>
                <a:lnTo>
                  <a:pt x="3151659" y="3151659"/>
                </a:lnTo>
                <a:lnTo>
                  <a:pt x="0" y="31516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586612" y="8197523"/>
            <a:ext cx="4688734" cy="665245"/>
            <a:chOff x="0" y="0"/>
            <a:chExt cx="6251645" cy="88699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251645" cy="886994"/>
              <a:chOff x="0" y="0"/>
              <a:chExt cx="1168339" cy="16576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68339" cy="165766"/>
              </a:xfrm>
              <a:custGeom>
                <a:avLst/>
                <a:gdLst/>
                <a:ahLst/>
                <a:cxnLst/>
                <a:rect r="r" b="b" t="t" l="l"/>
                <a:pathLst>
                  <a:path h="165766" w="1168339">
                    <a:moveTo>
                      <a:pt x="71001" y="0"/>
                    </a:moveTo>
                    <a:lnTo>
                      <a:pt x="1097339" y="0"/>
                    </a:lnTo>
                    <a:cubicBezTo>
                      <a:pt x="1136551" y="0"/>
                      <a:pt x="1168339" y="31788"/>
                      <a:pt x="1168339" y="71001"/>
                    </a:cubicBezTo>
                    <a:lnTo>
                      <a:pt x="1168339" y="94765"/>
                    </a:lnTo>
                    <a:cubicBezTo>
                      <a:pt x="1168339" y="133978"/>
                      <a:pt x="1136551" y="165766"/>
                      <a:pt x="1097339" y="165766"/>
                    </a:cubicBezTo>
                    <a:lnTo>
                      <a:pt x="71001" y="165766"/>
                    </a:lnTo>
                    <a:cubicBezTo>
                      <a:pt x="31788" y="165766"/>
                      <a:pt x="0" y="133978"/>
                      <a:pt x="0" y="94765"/>
                    </a:cubicBezTo>
                    <a:lnTo>
                      <a:pt x="0" y="71001"/>
                    </a:lnTo>
                    <a:cubicBezTo>
                      <a:pt x="0" y="31788"/>
                      <a:pt x="31788" y="0"/>
                      <a:pt x="71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1168339" cy="184816"/>
              </a:xfrm>
              <a:prstGeom prst="rect">
                <a:avLst/>
              </a:prstGeom>
            </p:spPr>
            <p:txBody>
              <a:bodyPr anchor="ctr" rtlCol="false" tIns="53694" lIns="53694" bIns="53694" rIns="53694"/>
              <a:lstStyle/>
              <a:p>
                <a:pPr algn="l" marL="474976" indent="-237488" lvl="1">
                  <a:lnSpc>
                    <a:spcPts val="2859"/>
                  </a:lnSpc>
                  <a:buFont typeface="Arial"/>
                  <a:buChar char="•"/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683598" y="191014"/>
              <a:ext cx="4884450" cy="534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1"/>
                </a:lnSpc>
                <a:spcBef>
                  <a:spcPct val="0"/>
                </a:spcBef>
              </a:pPr>
              <a:r>
                <a:rPr lang="en-US" b="true" sz="2450" spc="240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Add tags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86612" y="9020927"/>
            <a:ext cx="4688734" cy="665245"/>
            <a:chOff x="0" y="0"/>
            <a:chExt cx="6251645" cy="88699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6251645" cy="886994"/>
              <a:chOff x="0" y="0"/>
              <a:chExt cx="1168339" cy="16576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168339" cy="165766"/>
              </a:xfrm>
              <a:custGeom>
                <a:avLst/>
                <a:gdLst/>
                <a:ahLst/>
                <a:cxnLst/>
                <a:rect r="r" b="b" t="t" l="l"/>
                <a:pathLst>
                  <a:path h="165766" w="1168339">
                    <a:moveTo>
                      <a:pt x="71001" y="0"/>
                    </a:moveTo>
                    <a:lnTo>
                      <a:pt x="1097339" y="0"/>
                    </a:lnTo>
                    <a:cubicBezTo>
                      <a:pt x="1136551" y="0"/>
                      <a:pt x="1168339" y="31788"/>
                      <a:pt x="1168339" y="71001"/>
                    </a:cubicBezTo>
                    <a:lnTo>
                      <a:pt x="1168339" y="94765"/>
                    </a:lnTo>
                    <a:cubicBezTo>
                      <a:pt x="1168339" y="133978"/>
                      <a:pt x="1136551" y="165766"/>
                      <a:pt x="1097339" y="165766"/>
                    </a:cubicBezTo>
                    <a:lnTo>
                      <a:pt x="71001" y="165766"/>
                    </a:lnTo>
                    <a:cubicBezTo>
                      <a:pt x="31788" y="165766"/>
                      <a:pt x="0" y="133978"/>
                      <a:pt x="0" y="94765"/>
                    </a:cubicBezTo>
                    <a:lnTo>
                      <a:pt x="0" y="71001"/>
                    </a:lnTo>
                    <a:cubicBezTo>
                      <a:pt x="0" y="31788"/>
                      <a:pt x="31788" y="0"/>
                      <a:pt x="710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397D5A"/>
                </a:solidFill>
                <a:prstDash val="sysDot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1168339" cy="184816"/>
              </a:xfrm>
              <a:prstGeom prst="rect">
                <a:avLst/>
              </a:prstGeom>
            </p:spPr>
            <p:txBody>
              <a:bodyPr anchor="ctr" rtlCol="false" tIns="53694" lIns="53694" bIns="53694" rIns="53694"/>
              <a:lstStyle/>
              <a:p>
                <a:pPr algn="l" marL="474976" indent="-237488" lvl="1">
                  <a:lnSpc>
                    <a:spcPts val="2859"/>
                  </a:lnSpc>
                  <a:buFont typeface="Arial"/>
                  <a:buChar char="•"/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683598" y="191014"/>
              <a:ext cx="4884450" cy="534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1"/>
                </a:lnSpc>
                <a:spcBef>
                  <a:spcPct val="0"/>
                </a:spcBef>
              </a:pPr>
              <a:r>
                <a:rPr lang="en-US" b="true" sz="2450" spc="240">
                  <a:solidFill>
                    <a:srgbClr val="397D5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Convert to JSON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2372353" y="2001499"/>
            <a:ext cx="3250511" cy="51435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6" id="46"/>
          <p:cNvGrpSpPr/>
          <p:nvPr/>
        </p:nvGrpSpPr>
        <p:grpSpPr>
          <a:xfrm rot="0">
            <a:off x="13986427" y="7145066"/>
            <a:ext cx="3272873" cy="2428763"/>
            <a:chOff x="0" y="0"/>
            <a:chExt cx="4363830" cy="32383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14593" cy="3238351"/>
            </a:xfrm>
            <a:custGeom>
              <a:avLst/>
              <a:gdLst/>
              <a:ahLst/>
              <a:cxnLst/>
              <a:rect r="r" b="b" t="t" l="l"/>
              <a:pathLst>
                <a:path h="3238351" w="3214593">
                  <a:moveTo>
                    <a:pt x="0" y="0"/>
                  </a:moveTo>
                  <a:lnTo>
                    <a:pt x="3214593" y="0"/>
                  </a:lnTo>
                  <a:lnTo>
                    <a:pt x="3214593" y="3238351"/>
                  </a:lnTo>
                  <a:lnTo>
                    <a:pt x="0" y="323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9" t="0" r="-369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409406" y="961545"/>
              <a:ext cx="1954424" cy="1954424"/>
            </a:xfrm>
            <a:custGeom>
              <a:avLst/>
              <a:gdLst/>
              <a:ahLst/>
              <a:cxnLst/>
              <a:rect r="r" b="b" t="t" l="l"/>
              <a:pathLst>
                <a:path h="1954424" w="1954424">
                  <a:moveTo>
                    <a:pt x="0" y="0"/>
                  </a:moveTo>
                  <a:lnTo>
                    <a:pt x="1954424" y="0"/>
                  </a:lnTo>
                  <a:lnTo>
                    <a:pt x="1954424" y="1954424"/>
                  </a:lnTo>
                  <a:lnTo>
                    <a:pt x="0" y="195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996337" y="1587596"/>
              <a:ext cx="780563" cy="780563"/>
            </a:xfrm>
            <a:custGeom>
              <a:avLst/>
              <a:gdLst/>
              <a:ahLst/>
              <a:cxnLst/>
              <a:rect r="r" b="b" t="t" l="l"/>
              <a:pathLst>
                <a:path h="780563" w="780563">
                  <a:moveTo>
                    <a:pt x="0" y="0"/>
                  </a:moveTo>
                  <a:lnTo>
                    <a:pt x="780563" y="0"/>
                  </a:lnTo>
                  <a:lnTo>
                    <a:pt x="780563" y="780563"/>
                  </a:lnTo>
                  <a:lnTo>
                    <a:pt x="0" y="78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448815" y="3422629"/>
            <a:ext cx="3650404" cy="1108325"/>
            <a:chOff x="0" y="0"/>
            <a:chExt cx="954357" cy="2897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4357" cy="289759"/>
            </a:xfrm>
            <a:custGeom>
              <a:avLst/>
              <a:gdLst/>
              <a:ahLst/>
              <a:cxnLst/>
              <a:rect r="r" b="b" t="t" l="l"/>
              <a:pathLst>
                <a:path h="289759" w="954357">
                  <a:moveTo>
                    <a:pt x="91196" y="0"/>
                  </a:moveTo>
                  <a:lnTo>
                    <a:pt x="863161" y="0"/>
                  </a:lnTo>
                  <a:cubicBezTo>
                    <a:pt x="913528" y="0"/>
                    <a:pt x="954357" y="40830"/>
                    <a:pt x="954357" y="91196"/>
                  </a:cubicBezTo>
                  <a:lnTo>
                    <a:pt x="954357" y="198563"/>
                  </a:lnTo>
                  <a:cubicBezTo>
                    <a:pt x="954357" y="248929"/>
                    <a:pt x="913528" y="289759"/>
                    <a:pt x="863161" y="289759"/>
                  </a:cubicBezTo>
                  <a:lnTo>
                    <a:pt x="91196" y="289759"/>
                  </a:lnTo>
                  <a:cubicBezTo>
                    <a:pt x="40830" y="289759"/>
                    <a:pt x="0" y="248929"/>
                    <a:pt x="0" y="198563"/>
                  </a:cubicBezTo>
                  <a:lnTo>
                    <a:pt x="0" y="91196"/>
                  </a:lnTo>
                  <a:cubicBezTo>
                    <a:pt x="0" y="40830"/>
                    <a:pt x="40830" y="0"/>
                    <a:pt x="9119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397D5A"/>
              </a:solidFill>
              <a:prstDash val="sysDot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954357" cy="308809"/>
            </a:xfrm>
            <a:prstGeom prst="rect">
              <a:avLst/>
            </a:prstGeom>
          </p:spPr>
          <p:txBody>
            <a:bodyPr anchor="ctr" rtlCol="false" tIns="51176" lIns="51176" bIns="51176" rIns="51176"/>
            <a:lstStyle/>
            <a:p>
              <a:pPr algn="l" marL="474979" indent="-237490" lvl="1">
                <a:lnSpc>
                  <a:spcPts val="2859"/>
                </a:lnSpc>
                <a:buFont typeface="Arial"/>
                <a:buChar char="•"/>
              </a:pP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12832324" y="2001499"/>
            <a:ext cx="1091261" cy="76846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4" id="54"/>
          <p:cNvSpPr txBox="true"/>
          <p:nvPr/>
        </p:nvSpPr>
        <p:spPr>
          <a:xfrm rot="0">
            <a:off x="8231968" y="2881660"/>
            <a:ext cx="4002502" cy="38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2"/>
              </a:lnSpc>
              <a:spcBef>
                <a:spcPct val="0"/>
              </a:spcBef>
            </a:pPr>
            <a:r>
              <a:rPr lang="en-US" b="true" sz="2335" spc="228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base64 -&gt; image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94348" y="512339"/>
            <a:ext cx="4622359" cy="206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7599" spc="26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App</a:t>
            </a:r>
          </a:p>
          <a:p>
            <a:pPr algn="l" marL="0" indent="0" lvl="0">
              <a:lnSpc>
                <a:spcPts val="7523"/>
              </a:lnSpc>
              <a:spcBef>
                <a:spcPct val="0"/>
              </a:spcBef>
            </a:pPr>
            <a:r>
              <a:rPr lang="en-US" sz="7599" spc="26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   Flow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827545" y="3787962"/>
            <a:ext cx="3047222" cy="38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2"/>
              </a:lnSpc>
              <a:spcBef>
                <a:spcPct val="0"/>
              </a:spcBef>
            </a:pPr>
            <a:r>
              <a:rPr lang="en-US" b="true" sz="2335" spc="228">
                <a:solidFill>
                  <a:srgbClr val="397D5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Image -&gt; base64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129255" y="-1605523"/>
            <a:ext cx="2107691" cy="6267214"/>
            <a:chOff x="0" y="0"/>
            <a:chExt cx="870859" cy="258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859" cy="2589497"/>
            </a:xfrm>
            <a:custGeom>
              <a:avLst/>
              <a:gdLst/>
              <a:ahLst/>
              <a:cxnLst/>
              <a:rect r="r" b="b" t="t" l="l"/>
              <a:pathLst>
                <a:path h="2589497" w="870859">
                  <a:moveTo>
                    <a:pt x="118533" y="0"/>
                  </a:moveTo>
                  <a:lnTo>
                    <a:pt x="752326" y="0"/>
                  </a:lnTo>
                  <a:cubicBezTo>
                    <a:pt x="817790" y="0"/>
                    <a:pt x="870859" y="53069"/>
                    <a:pt x="870859" y="118533"/>
                  </a:cubicBezTo>
                  <a:lnTo>
                    <a:pt x="870859" y="2470964"/>
                  </a:lnTo>
                  <a:cubicBezTo>
                    <a:pt x="870859" y="2536428"/>
                    <a:pt x="817790" y="2589497"/>
                    <a:pt x="752326" y="2589497"/>
                  </a:cubicBezTo>
                  <a:lnTo>
                    <a:pt x="118533" y="2589497"/>
                  </a:lnTo>
                  <a:cubicBezTo>
                    <a:pt x="53069" y="2589497"/>
                    <a:pt x="0" y="2536428"/>
                    <a:pt x="0" y="2470964"/>
                  </a:cubicBezTo>
                  <a:lnTo>
                    <a:pt x="0" y="118533"/>
                  </a:lnTo>
                  <a:cubicBezTo>
                    <a:pt x="0" y="53069"/>
                    <a:pt x="53069" y="0"/>
                    <a:pt x="118533" y="0"/>
                  </a:cubicBez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70859" cy="2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015950" y="292730"/>
            <a:ext cx="6278161" cy="4219341"/>
            <a:chOff x="0" y="0"/>
            <a:chExt cx="1868275" cy="1255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8275" cy="1255605"/>
            </a:xfrm>
            <a:custGeom>
              <a:avLst/>
              <a:gdLst/>
              <a:ahLst/>
              <a:cxnLst/>
              <a:rect r="r" b="b" t="t" l="l"/>
              <a:pathLst>
                <a:path h="1255605" w="1868275">
                  <a:moveTo>
                    <a:pt x="62891" y="0"/>
                  </a:moveTo>
                  <a:lnTo>
                    <a:pt x="1805384" y="0"/>
                  </a:lnTo>
                  <a:cubicBezTo>
                    <a:pt x="1822064" y="0"/>
                    <a:pt x="1838060" y="6626"/>
                    <a:pt x="1849855" y="18420"/>
                  </a:cubicBezTo>
                  <a:cubicBezTo>
                    <a:pt x="1861649" y="30215"/>
                    <a:pt x="1868275" y="46211"/>
                    <a:pt x="1868275" y="62891"/>
                  </a:cubicBezTo>
                  <a:lnTo>
                    <a:pt x="1868275" y="1192714"/>
                  </a:lnTo>
                  <a:cubicBezTo>
                    <a:pt x="1868275" y="1227447"/>
                    <a:pt x="1840118" y="1255605"/>
                    <a:pt x="1805384" y="1255605"/>
                  </a:cubicBezTo>
                  <a:lnTo>
                    <a:pt x="62891" y="1255605"/>
                  </a:lnTo>
                  <a:cubicBezTo>
                    <a:pt x="46211" y="1255605"/>
                    <a:pt x="30215" y="1248979"/>
                    <a:pt x="18420" y="1237184"/>
                  </a:cubicBezTo>
                  <a:cubicBezTo>
                    <a:pt x="6626" y="1225390"/>
                    <a:pt x="0" y="1209394"/>
                    <a:pt x="0" y="1192714"/>
                  </a:cubicBezTo>
                  <a:lnTo>
                    <a:pt x="0" y="62891"/>
                  </a:lnTo>
                  <a:cubicBezTo>
                    <a:pt x="0" y="46211"/>
                    <a:pt x="6626" y="30215"/>
                    <a:pt x="18420" y="18420"/>
                  </a:cubicBezTo>
                  <a:cubicBezTo>
                    <a:pt x="30215" y="6626"/>
                    <a:pt x="46211" y="0"/>
                    <a:pt x="62891" y="0"/>
                  </a:cubicBezTo>
                  <a:close/>
                </a:path>
              </a:pathLst>
            </a:custGeom>
            <a:solidFill>
              <a:srgbClr val="8BC349">
                <a:alpha val="4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68275" cy="1274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795173" y="-4280094"/>
            <a:ext cx="6344383" cy="6344383"/>
          </a:xfrm>
          <a:custGeom>
            <a:avLst/>
            <a:gdLst/>
            <a:ahLst/>
            <a:cxnLst/>
            <a:rect r="r" b="b" t="t" l="l"/>
            <a:pathLst>
              <a:path h="6344383" w="6344383">
                <a:moveTo>
                  <a:pt x="0" y="0"/>
                </a:moveTo>
                <a:lnTo>
                  <a:pt x="6344383" y="0"/>
                </a:lnTo>
                <a:lnTo>
                  <a:pt x="6344383" y="6344383"/>
                </a:lnTo>
                <a:lnTo>
                  <a:pt x="0" y="63443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54859" y="474239"/>
            <a:ext cx="5471566" cy="2107691"/>
          </a:xfrm>
          <a:custGeom>
            <a:avLst/>
            <a:gdLst/>
            <a:ahLst/>
            <a:cxnLst/>
            <a:rect r="r" b="b" t="t" l="l"/>
            <a:pathLst>
              <a:path h="2107691" w="5471566">
                <a:moveTo>
                  <a:pt x="0" y="0"/>
                </a:moveTo>
                <a:lnTo>
                  <a:pt x="5471567" y="0"/>
                </a:lnTo>
                <a:lnTo>
                  <a:pt x="5471567" y="2107691"/>
                </a:lnTo>
                <a:lnTo>
                  <a:pt x="0" y="2107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318" r="0" b="-2093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826780" y="7083578"/>
            <a:ext cx="3688588" cy="3688588"/>
          </a:xfrm>
          <a:custGeom>
            <a:avLst/>
            <a:gdLst/>
            <a:ahLst/>
            <a:cxnLst/>
            <a:rect r="r" b="b" t="t" l="l"/>
            <a:pathLst>
              <a:path h="3688588" w="3688588">
                <a:moveTo>
                  <a:pt x="0" y="0"/>
                </a:moveTo>
                <a:lnTo>
                  <a:pt x="3688587" y="0"/>
                </a:lnTo>
                <a:lnTo>
                  <a:pt x="3688587" y="3688588"/>
                </a:lnTo>
                <a:lnTo>
                  <a:pt x="0" y="368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02622" y="2562880"/>
            <a:ext cx="1276567" cy="7130623"/>
            <a:chOff x="0" y="0"/>
            <a:chExt cx="336215" cy="1878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215" cy="1878024"/>
            </a:xfrm>
            <a:custGeom>
              <a:avLst/>
              <a:gdLst/>
              <a:ahLst/>
              <a:cxnLst/>
              <a:rect r="r" b="b" t="t" l="l"/>
              <a:pathLst>
                <a:path h="1878024" w="336215">
                  <a:moveTo>
                    <a:pt x="0" y="0"/>
                  </a:moveTo>
                  <a:lnTo>
                    <a:pt x="336215" y="0"/>
                  </a:lnTo>
                  <a:lnTo>
                    <a:pt x="336215" y="1878024"/>
                  </a:lnTo>
                  <a:lnTo>
                    <a:pt x="0" y="1878024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36215" cy="1897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250621" y="516402"/>
            <a:ext cx="5789751" cy="3095774"/>
          </a:xfrm>
          <a:custGeom>
            <a:avLst/>
            <a:gdLst/>
            <a:ahLst/>
            <a:cxnLst/>
            <a:rect r="r" b="b" t="t" l="l"/>
            <a:pathLst>
              <a:path h="3095774" w="5789751">
                <a:moveTo>
                  <a:pt x="0" y="0"/>
                </a:moveTo>
                <a:lnTo>
                  <a:pt x="5789751" y="0"/>
                </a:lnTo>
                <a:lnTo>
                  <a:pt x="5789751" y="3095774"/>
                </a:lnTo>
                <a:lnTo>
                  <a:pt x="0" y="3095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849" r="-14451" b="-251607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015950" y="5023415"/>
            <a:ext cx="6201943" cy="4725210"/>
            <a:chOff x="0" y="0"/>
            <a:chExt cx="1795971" cy="1368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95971" cy="1368336"/>
            </a:xfrm>
            <a:custGeom>
              <a:avLst/>
              <a:gdLst/>
              <a:ahLst/>
              <a:cxnLst/>
              <a:rect r="r" b="b" t="t" l="l"/>
              <a:pathLst>
                <a:path h="1368336" w="1795971">
                  <a:moveTo>
                    <a:pt x="63664" y="0"/>
                  </a:moveTo>
                  <a:lnTo>
                    <a:pt x="1732308" y="0"/>
                  </a:lnTo>
                  <a:cubicBezTo>
                    <a:pt x="1767468" y="0"/>
                    <a:pt x="1795971" y="28503"/>
                    <a:pt x="1795971" y="63664"/>
                  </a:cubicBezTo>
                  <a:lnTo>
                    <a:pt x="1795971" y="1304672"/>
                  </a:lnTo>
                  <a:cubicBezTo>
                    <a:pt x="1795971" y="1321557"/>
                    <a:pt x="1789264" y="1337750"/>
                    <a:pt x="1777325" y="1349689"/>
                  </a:cubicBezTo>
                  <a:cubicBezTo>
                    <a:pt x="1765385" y="1361628"/>
                    <a:pt x="1749192" y="1368336"/>
                    <a:pt x="1732308" y="1368336"/>
                  </a:cubicBezTo>
                  <a:lnTo>
                    <a:pt x="63664" y="1368336"/>
                  </a:lnTo>
                  <a:cubicBezTo>
                    <a:pt x="28503" y="1368336"/>
                    <a:pt x="0" y="1339833"/>
                    <a:pt x="0" y="1304672"/>
                  </a:cubicBezTo>
                  <a:lnTo>
                    <a:pt x="0" y="63664"/>
                  </a:lnTo>
                  <a:cubicBezTo>
                    <a:pt x="0" y="46779"/>
                    <a:pt x="6707" y="30586"/>
                    <a:pt x="18647" y="18647"/>
                  </a:cubicBezTo>
                  <a:cubicBezTo>
                    <a:pt x="30586" y="6707"/>
                    <a:pt x="46779" y="0"/>
                    <a:pt x="63664" y="0"/>
                  </a:cubicBezTo>
                  <a:close/>
                </a:path>
              </a:pathLst>
            </a:custGeom>
            <a:solidFill>
              <a:srgbClr val="009245">
                <a:alpha val="4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795971" cy="1387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313571" y="5204935"/>
            <a:ext cx="5492129" cy="3195635"/>
          </a:xfrm>
          <a:custGeom>
            <a:avLst/>
            <a:gdLst/>
            <a:ahLst/>
            <a:cxnLst/>
            <a:rect r="r" b="b" t="t" l="l"/>
            <a:pathLst>
              <a:path h="3195635" w="5492129">
                <a:moveTo>
                  <a:pt x="0" y="0"/>
                </a:moveTo>
                <a:lnTo>
                  <a:pt x="5492129" y="0"/>
                </a:lnTo>
                <a:lnTo>
                  <a:pt x="5492129" y="3195635"/>
                </a:lnTo>
                <a:lnTo>
                  <a:pt x="0" y="3195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9497" r="0" b="-12790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935607" y="8276745"/>
            <a:ext cx="4419778" cy="129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3"/>
              </a:lnSpc>
            </a:pPr>
            <a:r>
              <a:rPr lang="en-US" sz="3618" spc="354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Conversational model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731192" y="8610600"/>
            <a:ext cx="1181836" cy="581332"/>
            <a:chOff x="0" y="0"/>
            <a:chExt cx="311265" cy="1531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265" cy="153108"/>
            </a:xfrm>
            <a:custGeom>
              <a:avLst/>
              <a:gdLst/>
              <a:ahLst/>
              <a:cxnLst/>
              <a:rect r="r" b="b" t="t" l="l"/>
              <a:pathLst>
                <a:path h="153108" w="311265">
                  <a:moveTo>
                    <a:pt x="76554" y="0"/>
                  </a:moveTo>
                  <a:lnTo>
                    <a:pt x="234711" y="0"/>
                  </a:lnTo>
                  <a:cubicBezTo>
                    <a:pt x="255015" y="0"/>
                    <a:pt x="274487" y="8065"/>
                    <a:pt x="288843" y="22422"/>
                  </a:cubicBezTo>
                  <a:cubicBezTo>
                    <a:pt x="303200" y="36779"/>
                    <a:pt x="311265" y="56251"/>
                    <a:pt x="311265" y="76554"/>
                  </a:cubicBezTo>
                  <a:lnTo>
                    <a:pt x="311265" y="76554"/>
                  </a:lnTo>
                  <a:cubicBezTo>
                    <a:pt x="311265" y="96857"/>
                    <a:pt x="303200" y="116329"/>
                    <a:pt x="288843" y="130686"/>
                  </a:cubicBezTo>
                  <a:cubicBezTo>
                    <a:pt x="274487" y="145043"/>
                    <a:pt x="255015" y="153108"/>
                    <a:pt x="234711" y="153108"/>
                  </a:cubicBezTo>
                  <a:lnTo>
                    <a:pt x="76554" y="153108"/>
                  </a:lnTo>
                  <a:cubicBezTo>
                    <a:pt x="56251" y="153108"/>
                    <a:pt x="36779" y="145043"/>
                    <a:pt x="22422" y="130686"/>
                  </a:cubicBezTo>
                  <a:cubicBezTo>
                    <a:pt x="8065" y="116329"/>
                    <a:pt x="0" y="96857"/>
                    <a:pt x="0" y="76554"/>
                  </a:cubicBezTo>
                  <a:lnTo>
                    <a:pt x="0" y="76554"/>
                  </a:lnTo>
                  <a:cubicBezTo>
                    <a:pt x="0" y="56251"/>
                    <a:pt x="8065" y="36779"/>
                    <a:pt x="22422" y="22422"/>
                  </a:cubicBezTo>
                  <a:cubicBezTo>
                    <a:pt x="36779" y="8065"/>
                    <a:pt x="56251" y="0"/>
                    <a:pt x="76554" y="0"/>
                  </a:cubicBezTo>
                  <a:close/>
                </a:path>
              </a:pathLst>
            </a:custGeom>
            <a:solidFill>
              <a:srgbClr val="D0E5B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11265" cy="17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39335" y="2969955"/>
            <a:ext cx="839424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OCR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3468" y="3736176"/>
            <a:ext cx="5312335" cy="64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2"/>
              </a:lnSpc>
            </a:pPr>
            <a:r>
              <a:rPr lang="en-US" sz="3407" spc="333">
                <a:solidFill>
                  <a:srgbClr val="231F20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Menu parsing 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4826" y="2848268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4796E3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4826" y="3987399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4E89EA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4826" y="5126531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6580D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4826" y="6265662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8C78C8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4826" y="7404794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B16A9A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4826" y="8543925"/>
            <a:ext cx="85429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 spc="350">
                <a:solidFill>
                  <a:srgbClr val="C76678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06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94309" y="9100677"/>
            <a:ext cx="5140165" cy="532603"/>
            <a:chOff x="0" y="0"/>
            <a:chExt cx="1353788" cy="14027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53788" cy="140274"/>
            </a:xfrm>
            <a:custGeom>
              <a:avLst/>
              <a:gdLst/>
              <a:ahLst/>
              <a:cxnLst/>
              <a:rect r="r" b="b" t="t" l="l"/>
              <a:pathLst>
                <a:path h="140274" w="1353788">
                  <a:moveTo>
                    <a:pt x="70137" y="0"/>
                  </a:moveTo>
                  <a:lnTo>
                    <a:pt x="1283651" y="0"/>
                  </a:lnTo>
                  <a:cubicBezTo>
                    <a:pt x="1322387" y="0"/>
                    <a:pt x="1353788" y="31401"/>
                    <a:pt x="1353788" y="70137"/>
                  </a:cubicBezTo>
                  <a:lnTo>
                    <a:pt x="1353788" y="70137"/>
                  </a:lnTo>
                  <a:cubicBezTo>
                    <a:pt x="1353788" y="88739"/>
                    <a:pt x="1346399" y="106578"/>
                    <a:pt x="1333246" y="119731"/>
                  </a:cubicBezTo>
                  <a:cubicBezTo>
                    <a:pt x="1320092" y="132885"/>
                    <a:pt x="1302253" y="140274"/>
                    <a:pt x="1283651" y="140274"/>
                  </a:cubicBezTo>
                  <a:lnTo>
                    <a:pt x="70137" y="140274"/>
                  </a:lnTo>
                  <a:cubicBezTo>
                    <a:pt x="31401" y="140274"/>
                    <a:pt x="0" y="108873"/>
                    <a:pt x="0" y="70137"/>
                  </a:cubicBezTo>
                  <a:lnTo>
                    <a:pt x="0" y="70137"/>
                  </a:lnTo>
                  <a:cubicBezTo>
                    <a:pt x="0" y="31401"/>
                    <a:pt x="31401" y="0"/>
                    <a:pt x="70137" y="0"/>
                  </a:cubicBezTo>
                  <a:close/>
                </a:path>
              </a:pathLst>
            </a:custGeom>
            <a:solidFill>
              <a:srgbClr val="98D2B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353788" cy="15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939335" y="8706126"/>
            <a:ext cx="8394249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Output as JSON (integration)/</a:t>
            </a:r>
          </a:p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plaintext within word limit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39335" y="4093522"/>
            <a:ext cx="839424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Text parsing for food items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39335" y="5235970"/>
            <a:ext cx="839424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Analyze user profile for suitable food types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39335" y="7347919"/>
            <a:ext cx="8394249" cy="85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Consider previous responses and explain reasoning (transparency)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39335" y="6378419"/>
            <a:ext cx="839424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Choose food items based on previous steps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507" y="3198605"/>
            <a:ext cx="13498987" cy="385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FUTURE</a:t>
            </a:r>
          </a:p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DEVELOPMENT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8002" y="0"/>
            <a:ext cx="19048322" cy="2367985"/>
            <a:chOff x="0" y="0"/>
            <a:chExt cx="5016842" cy="623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6842" cy="623667"/>
            </a:xfrm>
            <a:custGeom>
              <a:avLst/>
              <a:gdLst/>
              <a:ahLst/>
              <a:cxnLst/>
              <a:rect r="r" b="b" t="t" l="l"/>
              <a:pathLst>
                <a:path h="623667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623667"/>
                  </a:lnTo>
                  <a:lnTo>
                    <a:pt x="0" y="62366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016842" cy="64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43643" y="3442596"/>
            <a:ext cx="4473739" cy="636748"/>
            <a:chOff x="0" y="0"/>
            <a:chExt cx="1178269" cy="1677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269" cy="167703"/>
            </a:xfrm>
            <a:custGeom>
              <a:avLst/>
              <a:gdLst/>
              <a:ahLst/>
              <a:cxnLst/>
              <a:rect r="r" b="b" t="t" l="l"/>
              <a:pathLst>
                <a:path h="167703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24"/>
                </a:lnSpc>
                <a:spcBef>
                  <a:spcPct val="0"/>
                </a:spcBef>
              </a:pPr>
              <a:r>
                <a:rPr lang="en-US" sz="2481" i="true" spc="24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RAG - MedLM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576479"/>
            <a:ext cx="16230600" cy="254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5"/>
              </a:lnSpc>
            </a:pPr>
            <a:r>
              <a:rPr lang="en-US" sz="7076" spc="693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Future technology integration</a:t>
            </a:r>
          </a:p>
          <a:p>
            <a:pPr algn="ctr">
              <a:lnSpc>
                <a:spcPts val="976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3708" y="4079343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243643" y="7902043"/>
            <a:ext cx="4473739" cy="1356257"/>
            <a:chOff x="0" y="0"/>
            <a:chExt cx="1178269" cy="357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8269" cy="357204"/>
            </a:xfrm>
            <a:custGeom>
              <a:avLst/>
              <a:gdLst/>
              <a:ahLst/>
              <a:cxnLst/>
              <a:rect r="r" b="b" t="t" l="l"/>
              <a:pathLst>
                <a:path h="357204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357204"/>
                  </a:lnTo>
                  <a:lnTo>
                    <a:pt x="0" y="357204"/>
                  </a:ln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78269" cy="376254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500" i="true" spc="1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use MedLM as the language model component in the RAG setup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0122" y="3442596"/>
            <a:ext cx="4473739" cy="636748"/>
            <a:chOff x="0" y="0"/>
            <a:chExt cx="1178269" cy="1677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8269" cy="167703"/>
            </a:xfrm>
            <a:custGeom>
              <a:avLst/>
              <a:gdLst/>
              <a:ahLst/>
              <a:cxnLst/>
              <a:rect r="r" b="b" t="t" l="l"/>
              <a:pathLst>
                <a:path h="167703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24"/>
                </a:lnSpc>
                <a:spcBef>
                  <a:spcPct val="0"/>
                </a:spcBef>
              </a:pPr>
              <a:r>
                <a:rPr lang="en-US" sz="2481" i="true" spc="24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Flutter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159671" y="4079343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700122" y="7988876"/>
            <a:ext cx="4473739" cy="1269424"/>
            <a:chOff x="0" y="0"/>
            <a:chExt cx="1178269" cy="3343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8269" cy="334334"/>
            </a:xfrm>
            <a:custGeom>
              <a:avLst/>
              <a:gdLst/>
              <a:ahLst/>
              <a:cxnLst/>
              <a:rect r="r" b="b" t="t" l="l"/>
              <a:pathLst>
                <a:path h="334334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334334"/>
                  </a:lnTo>
                  <a:lnTo>
                    <a:pt x="0" y="334334"/>
                  </a:ln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78269" cy="353384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500" i="true" spc="1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Migrate from React to Flutter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243643" y="4079343"/>
            <a:ext cx="4473739" cy="3909533"/>
          </a:xfrm>
          <a:custGeom>
            <a:avLst/>
            <a:gdLst/>
            <a:ahLst/>
            <a:cxnLst/>
            <a:rect r="r" b="b" t="t" l="l"/>
            <a:pathLst>
              <a:path h="3909533" w="4473739">
                <a:moveTo>
                  <a:pt x="0" y="0"/>
                </a:moveTo>
                <a:lnTo>
                  <a:pt x="4473739" y="0"/>
                </a:lnTo>
                <a:lnTo>
                  <a:pt x="4473739" y="3909533"/>
                </a:lnTo>
                <a:lnTo>
                  <a:pt x="0" y="390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760" t="-7848" r="-42719" b="-1154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00122" y="4079343"/>
            <a:ext cx="4473739" cy="3909533"/>
          </a:xfrm>
          <a:custGeom>
            <a:avLst/>
            <a:gdLst/>
            <a:ahLst/>
            <a:cxnLst/>
            <a:rect r="r" b="b" t="t" l="l"/>
            <a:pathLst>
              <a:path h="3909533" w="4473739">
                <a:moveTo>
                  <a:pt x="0" y="0"/>
                </a:moveTo>
                <a:lnTo>
                  <a:pt x="4473740" y="0"/>
                </a:lnTo>
                <a:lnTo>
                  <a:pt x="4473740" y="3909533"/>
                </a:lnTo>
                <a:lnTo>
                  <a:pt x="0" y="3909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46" t="-23800" r="0" b="-30829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03191" y="4934837"/>
            <a:ext cx="2540452" cy="197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69196" y="4972937"/>
            <a:ext cx="2540452" cy="197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02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8002" y="0"/>
            <a:ext cx="19048322" cy="2367985"/>
            <a:chOff x="0" y="0"/>
            <a:chExt cx="5016842" cy="623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6842" cy="623667"/>
            </a:xfrm>
            <a:custGeom>
              <a:avLst/>
              <a:gdLst/>
              <a:ahLst/>
              <a:cxnLst/>
              <a:rect r="r" b="b" t="t" l="l"/>
              <a:pathLst>
                <a:path h="623667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623667"/>
                  </a:lnTo>
                  <a:lnTo>
                    <a:pt x="0" y="62366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016842" cy="64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50535" y="3442596"/>
            <a:ext cx="4473739" cy="636748"/>
            <a:chOff x="0" y="0"/>
            <a:chExt cx="1178269" cy="1677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8269" cy="167703"/>
            </a:xfrm>
            <a:custGeom>
              <a:avLst/>
              <a:gdLst/>
              <a:ahLst/>
              <a:cxnLst/>
              <a:rect r="r" b="b" t="t" l="l"/>
              <a:pathLst>
                <a:path h="167703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24"/>
                </a:lnSpc>
                <a:spcBef>
                  <a:spcPct val="0"/>
                </a:spcBef>
              </a:pPr>
              <a:r>
                <a:rPr lang="en-US" sz="2481" i="true" spc="24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RAG - MedLM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586004"/>
            <a:ext cx="18288000" cy="251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999" spc="68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Apply technology for new functions</a:t>
            </a:r>
          </a:p>
          <a:p>
            <a:pPr algn="ctr">
              <a:lnSpc>
                <a:spcPts val="9765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3708" y="4079343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750535" y="7902043"/>
            <a:ext cx="4473739" cy="1356257"/>
            <a:chOff x="0" y="0"/>
            <a:chExt cx="1178269" cy="357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8269" cy="357204"/>
            </a:xfrm>
            <a:custGeom>
              <a:avLst/>
              <a:gdLst/>
              <a:ahLst/>
              <a:cxnLst/>
              <a:rect r="r" b="b" t="t" l="l"/>
              <a:pathLst>
                <a:path h="357204" w="1178269">
                  <a:moveTo>
                    <a:pt x="0" y="0"/>
                  </a:moveTo>
                  <a:lnTo>
                    <a:pt x="1178269" y="0"/>
                  </a:lnTo>
                  <a:lnTo>
                    <a:pt x="1178269" y="357204"/>
                  </a:lnTo>
                  <a:lnTo>
                    <a:pt x="0" y="357204"/>
                  </a:ln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78269" cy="376254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500" i="true" spc="1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use MedLM as the language model component in the RAG setup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50535" y="4079343"/>
            <a:ext cx="4473739" cy="3909533"/>
          </a:xfrm>
          <a:custGeom>
            <a:avLst/>
            <a:gdLst/>
            <a:ahLst/>
            <a:cxnLst/>
            <a:rect r="r" b="b" t="t" l="l"/>
            <a:pathLst>
              <a:path h="3909533" w="4473739">
                <a:moveTo>
                  <a:pt x="0" y="0"/>
                </a:moveTo>
                <a:lnTo>
                  <a:pt x="4473739" y="0"/>
                </a:lnTo>
                <a:lnTo>
                  <a:pt x="4473739" y="3909533"/>
                </a:lnTo>
                <a:lnTo>
                  <a:pt x="0" y="390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760" t="-7848" r="-42719" b="-1154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8004781" y="7594550"/>
            <a:ext cx="8968769" cy="1663750"/>
            <a:chOff x="0" y="0"/>
            <a:chExt cx="7548768" cy="1400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05679" cy="1446859"/>
            </a:xfrm>
            <a:custGeom>
              <a:avLst/>
              <a:gdLst/>
              <a:ahLst/>
              <a:cxnLst/>
              <a:rect r="r" b="b" t="t" l="l"/>
              <a:pathLst>
                <a:path h="1446859" w="7605679">
                  <a:moveTo>
                    <a:pt x="6617942" y="0"/>
                  </a:moveTo>
                  <a:lnTo>
                    <a:pt x="0" y="0"/>
                  </a:lnTo>
                  <a:lnTo>
                    <a:pt x="857648" y="611941"/>
                  </a:lnTo>
                  <a:cubicBezTo>
                    <a:pt x="898080" y="640798"/>
                    <a:pt x="918881" y="679027"/>
                    <a:pt x="918881" y="717163"/>
                  </a:cubicBezTo>
                  <a:cubicBezTo>
                    <a:pt x="918881" y="755299"/>
                    <a:pt x="898730" y="793157"/>
                    <a:pt x="857648" y="822385"/>
                  </a:cubicBezTo>
                  <a:lnTo>
                    <a:pt x="650" y="1446859"/>
                  </a:lnTo>
                  <a:lnTo>
                    <a:pt x="6617422" y="1446859"/>
                  </a:lnTo>
                  <a:lnTo>
                    <a:pt x="7605679" y="717163"/>
                  </a:lnTo>
                  <a:lnTo>
                    <a:pt x="6617942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8004781" y="5469876"/>
            <a:ext cx="8968769" cy="1826983"/>
            <a:chOff x="0" y="0"/>
            <a:chExt cx="7548768" cy="15377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05679" cy="1584247"/>
            </a:xfrm>
            <a:custGeom>
              <a:avLst/>
              <a:gdLst/>
              <a:ahLst/>
              <a:cxnLst/>
              <a:rect r="r" b="b" t="t" l="l"/>
              <a:pathLst>
                <a:path h="1584247" w="7605679">
                  <a:moveTo>
                    <a:pt x="6617942" y="0"/>
                  </a:moveTo>
                  <a:lnTo>
                    <a:pt x="0" y="0"/>
                  </a:lnTo>
                  <a:lnTo>
                    <a:pt x="857648" y="671979"/>
                  </a:lnTo>
                  <a:cubicBezTo>
                    <a:pt x="898080" y="703667"/>
                    <a:pt x="918881" y="745647"/>
                    <a:pt x="918881" y="787525"/>
                  </a:cubicBezTo>
                  <a:cubicBezTo>
                    <a:pt x="918881" y="829402"/>
                    <a:pt x="898730" y="870974"/>
                    <a:pt x="857648" y="903070"/>
                  </a:cubicBezTo>
                  <a:lnTo>
                    <a:pt x="650" y="1584247"/>
                  </a:lnTo>
                  <a:lnTo>
                    <a:pt x="6617422" y="1584247"/>
                  </a:lnTo>
                  <a:lnTo>
                    <a:pt x="7605679" y="787525"/>
                  </a:lnTo>
                  <a:lnTo>
                    <a:pt x="6617942" y="0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10800000">
            <a:off x="8004781" y="3508434"/>
            <a:ext cx="8968769" cy="1663750"/>
            <a:chOff x="0" y="0"/>
            <a:chExt cx="7548768" cy="14003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05679" cy="1446859"/>
            </a:xfrm>
            <a:custGeom>
              <a:avLst/>
              <a:gdLst/>
              <a:ahLst/>
              <a:cxnLst/>
              <a:rect r="r" b="b" t="t" l="l"/>
              <a:pathLst>
                <a:path h="1446859" w="7605679">
                  <a:moveTo>
                    <a:pt x="6617942" y="0"/>
                  </a:moveTo>
                  <a:lnTo>
                    <a:pt x="0" y="0"/>
                  </a:lnTo>
                  <a:lnTo>
                    <a:pt x="857648" y="611941"/>
                  </a:lnTo>
                  <a:cubicBezTo>
                    <a:pt x="898080" y="640798"/>
                    <a:pt x="918881" y="679027"/>
                    <a:pt x="918881" y="717163"/>
                  </a:cubicBezTo>
                  <a:cubicBezTo>
                    <a:pt x="918881" y="755299"/>
                    <a:pt x="898730" y="793157"/>
                    <a:pt x="857648" y="822385"/>
                  </a:cubicBezTo>
                  <a:lnTo>
                    <a:pt x="650" y="1446859"/>
                  </a:lnTo>
                  <a:lnTo>
                    <a:pt x="6617422" y="1446859"/>
                  </a:lnTo>
                  <a:lnTo>
                    <a:pt x="7605679" y="717163"/>
                  </a:lnTo>
                  <a:lnTo>
                    <a:pt x="6617942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86969" y="3931687"/>
            <a:ext cx="5597034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Greater accuracy and timeliness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99490" y="6000859"/>
            <a:ext cx="6971992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Professional verification and academic basis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85683" y="7978243"/>
            <a:ext cx="6599607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Specific information for uncommon ailments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8002" y="0"/>
            <a:ext cx="19048322" cy="2367985"/>
            <a:chOff x="0" y="0"/>
            <a:chExt cx="5016842" cy="623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6842" cy="623667"/>
            </a:xfrm>
            <a:custGeom>
              <a:avLst/>
              <a:gdLst/>
              <a:ahLst/>
              <a:cxnLst/>
              <a:rect r="r" b="b" t="t" l="l"/>
              <a:pathLst>
                <a:path h="623667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623667"/>
                  </a:lnTo>
                  <a:lnTo>
                    <a:pt x="0" y="62366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016842" cy="64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586004"/>
            <a:ext cx="18288000" cy="251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999" spc="68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Apply technology for new functions</a:t>
            </a:r>
          </a:p>
          <a:p>
            <a:pPr algn="ctr">
              <a:lnSpc>
                <a:spcPts val="976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230859" y="4079343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08481" y="-2153153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602379" y="0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86878" y="4101798"/>
            <a:ext cx="7981866" cy="1663750"/>
            <a:chOff x="0" y="0"/>
            <a:chExt cx="6718118" cy="1400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5029" cy="1446859"/>
            </a:xfrm>
            <a:custGeom>
              <a:avLst/>
              <a:gdLst/>
              <a:ahLst/>
              <a:cxnLst/>
              <a:rect r="r" b="b" t="t" l="l"/>
              <a:pathLst>
                <a:path h="1446859" w="6775029">
                  <a:moveTo>
                    <a:pt x="5889718" y="0"/>
                  </a:moveTo>
                  <a:lnTo>
                    <a:pt x="0" y="0"/>
                  </a:lnTo>
                  <a:lnTo>
                    <a:pt x="763274" y="611941"/>
                  </a:lnTo>
                  <a:cubicBezTo>
                    <a:pt x="799257" y="640798"/>
                    <a:pt x="817769" y="679027"/>
                    <a:pt x="817769" y="717163"/>
                  </a:cubicBezTo>
                  <a:cubicBezTo>
                    <a:pt x="817769" y="755299"/>
                    <a:pt x="799835" y="793157"/>
                    <a:pt x="763274" y="822385"/>
                  </a:cubicBezTo>
                  <a:lnTo>
                    <a:pt x="579" y="1446859"/>
                  </a:lnTo>
                  <a:lnTo>
                    <a:pt x="5889256" y="1446859"/>
                  </a:lnTo>
                  <a:lnTo>
                    <a:pt x="6775029" y="717163"/>
                  </a:lnTo>
                  <a:lnTo>
                    <a:pt x="5889718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86878" y="6518927"/>
            <a:ext cx="7981866" cy="1826983"/>
            <a:chOff x="0" y="0"/>
            <a:chExt cx="6718118" cy="15377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5029" cy="1584247"/>
            </a:xfrm>
            <a:custGeom>
              <a:avLst/>
              <a:gdLst/>
              <a:ahLst/>
              <a:cxnLst/>
              <a:rect r="r" b="b" t="t" l="l"/>
              <a:pathLst>
                <a:path h="1584247" w="6775029">
                  <a:moveTo>
                    <a:pt x="5889718" y="0"/>
                  </a:moveTo>
                  <a:lnTo>
                    <a:pt x="0" y="0"/>
                  </a:lnTo>
                  <a:lnTo>
                    <a:pt x="763274" y="671979"/>
                  </a:lnTo>
                  <a:cubicBezTo>
                    <a:pt x="799257" y="703667"/>
                    <a:pt x="817769" y="745647"/>
                    <a:pt x="817769" y="787525"/>
                  </a:cubicBezTo>
                  <a:cubicBezTo>
                    <a:pt x="817769" y="829402"/>
                    <a:pt x="799835" y="870974"/>
                    <a:pt x="763274" y="903070"/>
                  </a:cubicBezTo>
                  <a:lnTo>
                    <a:pt x="579" y="1584247"/>
                  </a:lnTo>
                  <a:lnTo>
                    <a:pt x="5889256" y="1584247"/>
                  </a:lnTo>
                  <a:lnTo>
                    <a:pt x="6775029" y="787525"/>
                  </a:lnTo>
                  <a:lnTo>
                    <a:pt x="5889718" y="0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51263" y="3442596"/>
            <a:ext cx="3981459" cy="636748"/>
            <a:chOff x="0" y="0"/>
            <a:chExt cx="1048615" cy="1677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615" cy="167703"/>
            </a:xfrm>
            <a:custGeom>
              <a:avLst/>
              <a:gdLst/>
              <a:ahLst/>
              <a:cxnLst/>
              <a:rect r="r" b="b" t="t" l="l"/>
              <a:pathLst>
                <a:path h="167703" w="1048615">
                  <a:moveTo>
                    <a:pt x="0" y="0"/>
                  </a:moveTo>
                  <a:lnTo>
                    <a:pt x="1048615" y="0"/>
                  </a:lnTo>
                  <a:lnTo>
                    <a:pt x="1048615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48615" cy="215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24"/>
                </a:lnSpc>
                <a:spcBef>
                  <a:spcPct val="0"/>
                </a:spcBef>
              </a:pPr>
              <a:r>
                <a:rPr lang="en-US" sz="2481" i="true" spc="24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Flutter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51263" y="7988876"/>
            <a:ext cx="3981459" cy="1269424"/>
            <a:chOff x="0" y="0"/>
            <a:chExt cx="1048615" cy="3343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615" cy="334334"/>
            </a:xfrm>
            <a:custGeom>
              <a:avLst/>
              <a:gdLst/>
              <a:ahLst/>
              <a:cxnLst/>
              <a:rect r="r" b="b" t="t" l="l"/>
              <a:pathLst>
                <a:path h="334334" w="1048615">
                  <a:moveTo>
                    <a:pt x="0" y="0"/>
                  </a:moveTo>
                  <a:lnTo>
                    <a:pt x="1048615" y="0"/>
                  </a:lnTo>
                  <a:lnTo>
                    <a:pt x="1048615" y="334334"/>
                  </a:lnTo>
                  <a:lnTo>
                    <a:pt x="0" y="334334"/>
                  </a:lnTo>
                  <a:close/>
                </a:path>
              </a:pathLst>
            </a:custGeom>
            <a:solidFill>
              <a:srgbClr val="397D5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48615" cy="353384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500" i="true" spc="15">
                  <a:solidFill>
                    <a:srgbClr val="FFFFFF"/>
                  </a:solidFill>
                  <a:latin typeface="Open Sauce Italics"/>
                  <a:ea typeface="Open Sauce Italics"/>
                  <a:cs typeface="Open Sauce Italics"/>
                  <a:sym typeface="Open Sauce Italics"/>
                </a:rPr>
                <a:t>Migrate from React to Flutter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051263" y="4079343"/>
            <a:ext cx="3981459" cy="3909533"/>
          </a:xfrm>
          <a:custGeom>
            <a:avLst/>
            <a:gdLst/>
            <a:ahLst/>
            <a:cxnLst/>
            <a:rect r="r" b="b" t="t" l="l"/>
            <a:pathLst>
              <a:path h="3909533" w="3981459">
                <a:moveTo>
                  <a:pt x="0" y="0"/>
                </a:moveTo>
                <a:lnTo>
                  <a:pt x="3981459" y="0"/>
                </a:lnTo>
                <a:lnTo>
                  <a:pt x="3981459" y="3909533"/>
                </a:lnTo>
                <a:lnTo>
                  <a:pt x="0" y="390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46" t="-15679" r="0" b="-2193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94966" y="4525050"/>
            <a:ext cx="4981149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Better integration with Gemini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87236" y="7049910"/>
            <a:ext cx="4981149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Faster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25212" y="5320292"/>
            <a:ext cx="2803215" cy="6073633"/>
          </a:xfrm>
          <a:custGeom>
            <a:avLst/>
            <a:gdLst/>
            <a:ahLst/>
            <a:cxnLst/>
            <a:rect r="r" b="b" t="t" l="l"/>
            <a:pathLst>
              <a:path h="6073633" w="2803215">
                <a:moveTo>
                  <a:pt x="0" y="0"/>
                </a:moveTo>
                <a:lnTo>
                  <a:pt x="2803216" y="0"/>
                </a:lnTo>
                <a:lnTo>
                  <a:pt x="2803216" y="6073633"/>
                </a:lnTo>
                <a:lnTo>
                  <a:pt x="0" y="6073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81245" y="5432212"/>
            <a:ext cx="3006153" cy="5234244"/>
          </a:xfrm>
          <a:custGeom>
            <a:avLst/>
            <a:gdLst/>
            <a:ahLst/>
            <a:cxnLst/>
            <a:rect r="r" b="b" t="t" l="l"/>
            <a:pathLst>
              <a:path h="5234244" w="3006153">
                <a:moveTo>
                  <a:pt x="0" y="0"/>
                </a:moveTo>
                <a:lnTo>
                  <a:pt x="3006154" y="0"/>
                </a:lnTo>
                <a:lnTo>
                  <a:pt x="3006154" y="5234243"/>
                </a:lnTo>
                <a:lnTo>
                  <a:pt x="0" y="523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28002" y="0"/>
            <a:ext cx="19048322" cy="2367985"/>
            <a:chOff x="0" y="0"/>
            <a:chExt cx="5016842" cy="623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6842" cy="623667"/>
            </a:xfrm>
            <a:custGeom>
              <a:avLst/>
              <a:gdLst/>
              <a:ahLst/>
              <a:cxnLst/>
              <a:rect r="r" b="b" t="t" l="l"/>
              <a:pathLst>
                <a:path h="623667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623667"/>
                  </a:lnTo>
                  <a:lnTo>
                    <a:pt x="0" y="62366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016842" cy="64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586004"/>
            <a:ext cx="18288000" cy="251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999" spc="68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Apply technology for new functions</a:t>
            </a:r>
          </a:p>
          <a:p>
            <a:pPr algn="ctr">
              <a:lnSpc>
                <a:spcPts val="976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528002" y="8049334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29822" y="309807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6" y="0"/>
                </a:lnTo>
                <a:lnTo>
                  <a:pt x="4116356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628043" y="325315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6" y="0"/>
                </a:lnTo>
                <a:lnTo>
                  <a:pt x="3256086" y="3256086"/>
                </a:lnTo>
                <a:lnTo>
                  <a:pt x="0" y="3256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03452" y="7670131"/>
            <a:ext cx="5233738" cy="5233738"/>
          </a:xfrm>
          <a:custGeom>
            <a:avLst/>
            <a:gdLst/>
            <a:ahLst/>
            <a:cxnLst/>
            <a:rect r="r" b="b" t="t" l="l"/>
            <a:pathLst>
              <a:path h="5233738" w="5233738">
                <a:moveTo>
                  <a:pt x="0" y="0"/>
                </a:moveTo>
                <a:lnTo>
                  <a:pt x="5233738" y="0"/>
                </a:lnTo>
                <a:lnTo>
                  <a:pt x="5233738" y="5233738"/>
                </a:lnTo>
                <a:lnTo>
                  <a:pt x="0" y="523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14294" y="3101637"/>
            <a:ext cx="7981866" cy="1663750"/>
            <a:chOff x="0" y="0"/>
            <a:chExt cx="6718118" cy="1400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5029" cy="1446859"/>
            </a:xfrm>
            <a:custGeom>
              <a:avLst/>
              <a:gdLst/>
              <a:ahLst/>
              <a:cxnLst/>
              <a:rect r="r" b="b" t="t" l="l"/>
              <a:pathLst>
                <a:path h="1446859" w="6775029">
                  <a:moveTo>
                    <a:pt x="5889718" y="0"/>
                  </a:moveTo>
                  <a:lnTo>
                    <a:pt x="0" y="0"/>
                  </a:lnTo>
                  <a:lnTo>
                    <a:pt x="763274" y="611941"/>
                  </a:lnTo>
                  <a:cubicBezTo>
                    <a:pt x="799257" y="640798"/>
                    <a:pt x="817769" y="679027"/>
                    <a:pt x="817769" y="717163"/>
                  </a:cubicBezTo>
                  <a:cubicBezTo>
                    <a:pt x="817769" y="755299"/>
                    <a:pt x="799835" y="793157"/>
                    <a:pt x="763274" y="822385"/>
                  </a:cubicBezTo>
                  <a:lnTo>
                    <a:pt x="579" y="1446859"/>
                  </a:lnTo>
                  <a:lnTo>
                    <a:pt x="5889256" y="1446859"/>
                  </a:lnTo>
                  <a:lnTo>
                    <a:pt x="6775029" y="717163"/>
                  </a:lnTo>
                  <a:lnTo>
                    <a:pt x="5889718" y="0"/>
                  </a:ln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422382" y="3534414"/>
            <a:ext cx="4981149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Restaurant recommendations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409302" y="2367985"/>
            <a:ext cx="4407377" cy="7919015"/>
          </a:xfrm>
          <a:custGeom>
            <a:avLst/>
            <a:gdLst/>
            <a:ahLst/>
            <a:cxnLst/>
            <a:rect r="r" b="b" t="t" l="l"/>
            <a:pathLst>
              <a:path h="7919015" w="4407377">
                <a:moveTo>
                  <a:pt x="0" y="0"/>
                </a:moveTo>
                <a:lnTo>
                  <a:pt x="4407377" y="0"/>
                </a:lnTo>
                <a:lnTo>
                  <a:pt x="4407377" y="7919015"/>
                </a:lnTo>
                <a:lnTo>
                  <a:pt x="0" y="79190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48" t="0" r="-1148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8002" y="0"/>
            <a:ext cx="19048322" cy="2367985"/>
            <a:chOff x="0" y="0"/>
            <a:chExt cx="5016842" cy="623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6842" cy="623667"/>
            </a:xfrm>
            <a:custGeom>
              <a:avLst/>
              <a:gdLst/>
              <a:ahLst/>
              <a:cxnLst/>
              <a:rect r="r" b="b" t="t" l="l"/>
              <a:pathLst>
                <a:path h="623667" w="5016842">
                  <a:moveTo>
                    <a:pt x="0" y="0"/>
                  </a:moveTo>
                  <a:lnTo>
                    <a:pt x="5016842" y="0"/>
                  </a:lnTo>
                  <a:lnTo>
                    <a:pt x="5016842" y="623667"/>
                  </a:lnTo>
                  <a:lnTo>
                    <a:pt x="0" y="623667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016842" cy="64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586004"/>
            <a:ext cx="18288000" cy="251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999" spc="685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Apply technology for new functions</a:t>
            </a:r>
          </a:p>
          <a:p>
            <a:pPr algn="ctr">
              <a:lnSpc>
                <a:spcPts val="976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28002" y="8049334"/>
            <a:ext cx="4028441" cy="4028441"/>
          </a:xfrm>
          <a:custGeom>
            <a:avLst/>
            <a:gdLst/>
            <a:ahLst/>
            <a:cxnLst/>
            <a:rect r="r" b="b" t="t" l="l"/>
            <a:pathLst>
              <a:path h="4028441" w="4028441">
                <a:moveTo>
                  <a:pt x="0" y="0"/>
                </a:moveTo>
                <a:lnTo>
                  <a:pt x="4028441" y="0"/>
                </a:lnTo>
                <a:lnTo>
                  <a:pt x="4028441" y="4028441"/>
                </a:lnTo>
                <a:lnTo>
                  <a:pt x="0" y="4028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29822" y="309807"/>
            <a:ext cx="4116356" cy="4116356"/>
          </a:xfrm>
          <a:custGeom>
            <a:avLst/>
            <a:gdLst/>
            <a:ahLst/>
            <a:cxnLst/>
            <a:rect r="r" b="b" t="t" l="l"/>
            <a:pathLst>
              <a:path h="4116356" w="4116356">
                <a:moveTo>
                  <a:pt x="0" y="0"/>
                </a:moveTo>
                <a:lnTo>
                  <a:pt x="4116356" y="0"/>
                </a:lnTo>
                <a:lnTo>
                  <a:pt x="4116356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28043" y="325315"/>
            <a:ext cx="3256087" cy="3256087"/>
          </a:xfrm>
          <a:custGeom>
            <a:avLst/>
            <a:gdLst/>
            <a:ahLst/>
            <a:cxnLst/>
            <a:rect r="r" b="b" t="t" l="l"/>
            <a:pathLst>
              <a:path h="3256087" w="3256087">
                <a:moveTo>
                  <a:pt x="0" y="0"/>
                </a:moveTo>
                <a:lnTo>
                  <a:pt x="3256086" y="0"/>
                </a:lnTo>
                <a:lnTo>
                  <a:pt x="3256086" y="3256086"/>
                </a:lnTo>
                <a:lnTo>
                  <a:pt x="0" y="32560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03452" y="7670131"/>
            <a:ext cx="5233738" cy="5233738"/>
          </a:xfrm>
          <a:custGeom>
            <a:avLst/>
            <a:gdLst/>
            <a:ahLst/>
            <a:cxnLst/>
            <a:rect r="r" b="b" t="t" l="l"/>
            <a:pathLst>
              <a:path h="5233738" w="5233738">
                <a:moveTo>
                  <a:pt x="0" y="0"/>
                </a:moveTo>
                <a:lnTo>
                  <a:pt x="5233738" y="0"/>
                </a:lnTo>
                <a:lnTo>
                  <a:pt x="5233738" y="5233738"/>
                </a:lnTo>
                <a:lnTo>
                  <a:pt x="0" y="5233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4644435"/>
            <a:ext cx="4387281" cy="5642565"/>
          </a:xfrm>
          <a:custGeom>
            <a:avLst/>
            <a:gdLst/>
            <a:ahLst/>
            <a:cxnLst/>
            <a:rect r="r" b="b" t="t" l="l"/>
            <a:pathLst>
              <a:path h="5642565" w="4387281">
                <a:moveTo>
                  <a:pt x="0" y="0"/>
                </a:moveTo>
                <a:lnTo>
                  <a:pt x="4387281" y="0"/>
                </a:lnTo>
                <a:lnTo>
                  <a:pt x="4387281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72613" y="6148105"/>
            <a:ext cx="6387242" cy="4138895"/>
          </a:xfrm>
          <a:custGeom>
            <a:avLst/>
            <a:gdLst/>
            <a:ahLst/>
            <a:cxnLst/>
            <a:rect r="r" b="b" t="t" l="l"/>
            <a:pathLst>
              <a:path h="4138895" w="6387242">
                <a:moveTo>
                  <a:pt x="0" y="0"/>
                </a:moveTo>
                <a:lnTo>
                  <a:pt x="6387241" y="0"/>
                </a:lnTo>
                <a:lnTo>
                  <a:pt x="6387241" y="4138895"/>
                </a:lnTo>
                <a:lnTo>
                  <a:pt x="0" y="41388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561" t="0" r="-13947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10800000">
            <a:off x="9375301" y="3101637"/>
            <a:ext cx="7981866" cy="1826983"/>
            <a:chOff x="0" y="0"/>
            <a:chExt cx="6718118" cy="15377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75029" cy="1584247"/>
            </a:xfrm>
            <a:custGeom>
              <a:avLst/>
              <a:gdLst/>
              <a:ahLst/>
              <a:cxnLst/>
              <a:rect r="r" b="b" t="t" l="l"/>
              <a:pathLst>
                <a:path h="1584247" w="6775029">
                  <a:moveTo>
                    <a:pt x="5889718" y="0"/>
                  </a:moveTo>
                  <a:lnTo>
                    <a:pt x="0" y="0"/>
                  </a:lnTo>
                  <a:lnTo>
                    <a:pt x="763274" y="671979"/>
                  </a:lnTo>
                  <a:cubicBezTo>
                    <a:pt x="799257" y="703667"/>
                    <a:pt x="817769" y="745647"/>
                    <a:pt x="817769" y="787525"/>
                  </a:cubicBezTo>
                  <a:cubicBezTo>
                    <a:pt x="817769" y="829402"/>
                    <a:pt x="799835" y="870974"/>
                    <a:pt x="763274" y="903070"/>
                  </a:cubicBezTo>
                  <a:lnTo>
                    <a:pt x="579" y="1584247"/>
                  </a:lnTo>
                  <a:lnTo>
                    <a:pt x="5889256" y="1584247"/>
                  </a:lnTo>
                  <a:lnTo>
                    <a:pt x="6775029" y="787525"/>
                  </a:lnTo>
                  <a:lnTo>
                    <a:pt x="5889718" y="0"/>
                  </a:lnTo>
                  <a:close/>
                </a:path>
              </a:pathLst>
            </a:custGeom>
            <a:solidFill>
              <a:srgbClr val="47946D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918267" y="4644435"/>
            <a:ext cx="4720946" cy="5642565"/>
          </a:xfrm>
          <a:custGeom>
            <a:avLst/>
            <a:gdLst/>
            <a:ahLst/>
            <a:cxnLst/>
            <a:rect r="r" b="b" t="t" l="l"/>
            <a:pathLst>
              <a:path h="5642565" w="4720946">
                <a:moveTo>
                  <a:pt x="0" y="0"/>
                </a:moveTo>
                <a:lnTo>
                  <a:pt x="4720946" y="0"/>
                </a:lnTo>
                <a:lnTo>
                  <a:pt x="4720946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875659" y="3632620"/>
            <a:ext cx="4981149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b="true" sz="3500" spc="3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Recipe Recommendations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507" y="3984773"/>
            <a:ext cx="13498987" cy="197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Q&amp;A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76616" y="395422"/>
            <a:ext cx="5282684" cy="9496156"/>
          </a:xfrm>
          <a:custGeom>
            <a:avLst/>
            <a:gdLst/>
            <a:ahLst/>
            <a:cxnLst/>
            <a:rect r="r" b="b" t="t" l="l"/>
            <a:pathLst>
              <a:path h="9496156" w="5282684">
                <a:moveTo>
                  <a:pt x="0" y="0"/>
                </a:moveTo>
                <a:lnTo>
                  <a:pt x="5282684" y="0"/>
                </a:lnTo>
                <a:lnTo>
                  <a:pt x="5282684" y="9496156"/>
                </a:lnTo>
                <a:lnTo>
                  <a:pt x="0" y="94961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" t="-27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29742" y="3541505"/>
            <a:ext cx="3645465" cy="3645465"/>
          </a:xfrm>
          <a:custGeom>
            <a:avLst/>
            <a:gdLst/>
            <a:ahLst/>
            <a:cxnLst/>
            <a:rect r="r" b="b" t="t" l="l"/>
            <a:pathLst>
              <a:path h="3645465" w="3645465">
                <a:moveTo>
                  <a:pt x="0" y="0"/>
                </a:moveTo>
                <a:lnTo>
                  <a:pt x="3645465" y="0"/>
                </a:lnTo>
                <a:lnTo>
                  <a:pt x="3645465" y="3645465"/>
                </a:lnTo>
                <a:lnTo>
                  <a:pt x="0" y="3645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7" t="-6764" r="-7128" b="-109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507" y="3984773"/>
            <a:ext cx="13498987" cy="197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76"/>
              </a:lnSpc>
            </a:pPr>
            <a:r>
              <a:rPr lang="en-US" sz="10707" spc="1049">
                <a:solidFill>
                  <a:srgbClr val="FFFFFF"/>
                </a:solidFill>
                <a:latin typeface="Codec Pro ExtraBold"/>
                <a:ea typeface="Codec Pro ExtraBold"/>
                <a:cs typeface="Codec Pro ExtraBold"/>
                <a:sym typeface="Codec Pro ExtraBold"/>
              </a:rPr>
              <a:t>THANKS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3801253" y="0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6745495"/>
                </a:moveTo>
                <a:lnTo>
                  <a:pt x="0" y="6745495"/>
                </a:lnTo>
                <a:lnTo>
                  <a:pt x="0" y="0"/>
                </a:lnTo>
                <a:lnTo>
                  <a:pt x="7602506" y="0"/>
                </a:lnTo>
                <a:lnTo>
                  <a:pt x="7602506" y="67454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486747" y="3541505"/>
            <a:ext cx="7602505" cy="6745495"/>
          </a:xfrm>
          <a:custGeom>
            <a:avLst/>
            <a:gdLst/>
            <a:ahLst/>
            <a:cxnLst/>
            <a:rect r="r" b="b" t="t" l="l"/>
            <a:pathLst>
              <a:path h="6745495" w="7602505">
                <a:moveTo>
                  <a:pt x="7602506" y="0"/>
                </a:moveTo>
                <a:lnTo>
                  <a:pt x="0" y="0"/>
                </a:lnTo>
                <a:lnTo>
                  <a:pt x="0" y="6745495"/>
                </a:lnTo>
                <a:lnTo>
                  <a:pt x="7602506" y="6745495"/>
                </a:lnTo>
                <a:lnTo>
                  <a:pt x="76025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DAGED5PO2-8</dc:identifier>
  <dcterms:modified xsi:type="dcterms:W3CDTF">2011-08-01T06:04:30Z</dcterms:modified>
  <cp:revision>1</cp:revision>
  <dc:title>group 91M</dc:title>
</cp:coreProperties>
</file>